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8" r:id="rId2"/>
    <p:sldId id="264" r:id="rId3"/>
    <p:sldId id="261" r:id="rId4"/>
    <p:sldId id="263" r:id="rId5"/>
    <p:sldId id="265" r:id="rId6"/>
    <p:sldId id="262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5675"/>
    <a:srgbClr val="156082"/>
    <a:srgbClr val="62AA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0"/>
    <p:restoredTop sz="86939"/>
  </p:normalViewPr>
  <p:slideViewPr>
    <p:cSldViewPr snapToGrid="0">
      <p:cViewPr varScale="1">
        <p:scale>
          <a:sx n="114" d="100"/>
          <a:sy n="114" d="100"/>
        </p:scale>
        <p:origin x="6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F6E109-FCEB-654C-8BBC-F26ECB303288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8C2209-A140-094B-9C2E-AB045EEDBA85}">
      <dgm:prSet phldrT="[Text]"/>
      <dgm:spPr>
        <a:solidFill>
          <a:schemeClr val="tx2">
            <a:lumMod val="25000"/>
            <a:lumOff val="75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Induction (48%)</a:t>
          </a:r>
        </a:p>
      </dgm:t>
    </dgm:pt>
    <dgm:pt modelId="{4CCEF929-2052-E54F-8CFD-C3B59B69E5EF}" type="parTrans" cxnId="{C232E695-5656-2941-8A03-E5F651BDCF96}">
      <dgm:prSet/>
      <dgm:spPr/>
      <dgm:t>
        <a:bodyPr/>
        <a:lstStyle/>
        <a:p>
          <a:endParaRPr lang="en-US"/>
        </a:p>
      </dgm:t>
    </dgm:pt>
    <dgm:pt modelId="{7F571924-1E50-2347-95F5-BBB41DD7A7C4}" type="sibTrans" cxnId="{C232E695-5656-2941-8A03-E5F651BDCF96}">
      <dgm:prSet/>
      <dgm:spPr/>
      <dgm:t>
        <a:bodyPr/>
        <a:lstStyle/>
        <a:p>
          <a:endParaRPr lang="en-US"/>
        </a:p>
      </dgm:t>
    </dgm:pt>
    <dgm:pt modelId="{C7A92FCF-1C76-7F46-96D2-F23E4A23BBC6}">
      <dgm:prSet phldrT="[Text]"/>
      <dgm:spPr>
        <a:solidFill>
          <a:schemeClr val="tx2">
            <a:lumMod val="25000"/>
            <a:lumOff val="75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Cesarean (15%)</a:t>
          </a:r>
        </a:p>
      </dgm:t>
    </dgm:pt>
    <dgm:pt modelId="{06F35F33-1EAF-3E4A-9957-2382D7B7B08D}" type="parTrans" cxnId="{03E587D7-90DC-104D-AE48-989ECC8EDD4D}">
      <dgm:prSet/>
      <dgm:spPr/>
      <dgm:t>
        <a:bodyPr/>
        <a:lstStyle/>
        <a:p>
          <a:endParaRPr lang="en-US"/>
        </a:p>
      </dgm:t>
    </dgm:pt>
    <dgm:pt modelId="{E4DBF549-8CC7-1F46-BE55-C27E5F2DEA42}" type="sibTrans" cxnId="{03E587D7-90DC-104D-AE48-989ECC8EDD4D}">
      <dgm:prSet/>
      <dgm:spPr/>
      <dgm:t>
        <a:bodyPr/>
        <a:lstStyle/>
        <a:p>
          <a:endParaRPr lang="en-US"/>
        </a:p>
      </dgm:t>
    </dgm:pt>
    <dgm:pt modelId="{ADF153EB-C540-AF41-A9C8-B8785BD68F5C}">
      <dgm:prSet phldrT="[Text]"/>
      <dgm:spPr>
        <a:noFill/>
        <a:ln>
          <a:solidFill>
            <a:schemeClr val="tx2"/>
          </a:solidFill>
        </a:ln>
      </dgm:spPr>
      <dgm:t>
        <a:bodyPr/>
        <a:lstStyle/>
        <a:p>
          <a:r>
            <a:rPr lang="en-US" dirty="0">
              <a:solidFill>
                <a:schemeClr val="tx2"/>
              </a:solidFill>
            </a:rPr>
            <a:t>Not told baby might be getting large (73%)</a:t>
          </a:r>
        </a:p>
      </dgm:t>
    </dgm:pt>
    <dgm:pt modelId="{B811B3AC-988E-6540-B5AE-CA2613B0E8FD}" type="parTrans" cxnId="{3A289EF1-79D2-484B-96F3-DB9787718430}">
      <dgm:prSet/>
      <dgm:spPr/>
      <dgm:t>
        <a:bodyPr/>
        <a:lstStyle/>
        <a:p>
          <a:endParaRPr lang="en-US"/>
        </a:p>
      </dgm:t>
    </dgm:pt>
    <dgm:pt modelId="{CED990F1-5D7E-BA4D-AA9E-72C618C37B1E}" type="sibTrans" cxnId="{3A289EF1-79D2-484B-96F3-DB9787718430}">
      <dgm:prSet/>
      <dgm:spPr/>
      <dgm:t>
        <a:bodyPr/>
        <a:lstStyle/>
        <a:p>
          <a:endParaRPr lang="en-US"/>
        </a:p>
      </dgm:t>
    </dgm:pt>
    <dgm:pt modelId="{2EC2CD48-BF0C-684B-8569-338D0888D891}">
      <dgm:prSet phldrT="[Text]"/>
      <dgm:spPr>
        <a:noFill/>
        <a:ln>
          <a:solidFill>
            <a:schemeClr val="tx2"/>
          </a:solidFill>
        </a:ln>
      </dgm:spPr>
      <dgm:t>
        <a:bodyPr/>
        <a:lstStyle/>
        <a:p>
          <a:r>
            <a:rPr lang="en-US" dirty="0">
              <a:solidFill>
                <a:schemeClr val="tx2"/>
              </a:solidFill>
            </a:rPr>
            <a:t>Told baby might be getting large (24%)</a:t>
          </a:r>
        </a:p>
      </dgm:t>
    </dgm:pt>
    <dgm:pt modelId="{C05659F5-FCEE-004C-93D5-335F969E1CD2}" type="parTrans" cxnId="{1EFCEAF3-52E8-CA41-8766-C04C9535C02F}">
      <dgm:prSet/>
      <dgm:spPr/>
      <dgm:t>
        <a:bodyPr/>
        <a:lstStyle/>
        <a:p>
          <a:endParaRPr lang="en-US"/>
        </a:p>
      </dgm:t>
    </dgm:pt>
    <dgm:pt modelId="{6421ED73-8323-CA42-90B1-64112ABD6231}" type="sibTrans" cxnId="{1EFCEAF3-52E8-CA41-8766-C04C9535C02F}">
      <dgm:prSet/>
      <dgm:spPr/>
      <dgm:t>
        <a:bodyPr/>
        <a:lstStyle/>
        <a:p>
          <a:endParaRPr lang="en-US"/>
        </a:p>
      </dgm:t>
    </dgm:pt>
    <dgm:pt modelId="{FAF789F6-E2B4-9C46-84EC-3AAB521E293F}">
      <dgm:prSet phldrT="[Text]"/>
      <dgm:spPr>
        <a:solidFill>
          <a:schemeClr val="tx2">
            <a:lumMod val="25000"/>
            <a:lumOff val="75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No Recommendation (34%)</a:t>
          </a:r>
        </a:p>
      </dgm:t>
    </dgm:pt>
    <dgm:pt modelId="{534B3F7D-1BD1-9C4D-83D7-3E1A6265A655}" type="parTrans" cxnId="{B6665F53-0155-4240-AFE7-137321EBC44F}">
      <dgm:prSet/>
      <dgm:spPr/>
      <dgm:t>
        <a:bodyPr/>
        <a:lstStyle/>
        <a:p>
          <a:endParaRPr lang="en-US"/>
        </a:p>
      </dgm:t>
    </dgm:pt>
    <dgm:pt modelId="{471A7F98-7628-7940-882A-566D81A1FEE0}" type="sibTrans" cxnId="{B6665F53-0155-4240-AFE7-137321EBC44F}">
      <dgm:prSet/>
      <dgm:spPr/>
      <dgm:t>
        <a:bodyPr/>
        <a:lstStyle/>
        <a:p>
          <a:endParaRPr lang="en-US"/>
        </a:p>
      </dgm:t>
    </dgm:pt>
    <dgm:pt modelId="{C709DAF7-043D-DB41-81E1-C28AFFCFA67E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Induction </a:t>
          </a:r>
        </a:p>
        <a:p>
          <a:r>
            <a:rPr lang="en-US" dirty="0">
              <a:solidFill>
                <a:schemeClr val="bg1"/>
              </a:solidFill>
            </a:rPr>
            <a:t>(67%)</a:t>
          </a:r>
        </a:p>
      </dgm:t>
    </dgm:pt>
    <dgm:pt modelId="{A8A0CBB2-87B6-D74E-A5E1-EDB4F6D4F9CF}" type="parTrans" cxnId="{935763AA-5929-454A-851D-A3B4826C0DBC}">
      <dgm:prSet/>
      <dgm:spPr/>
      <dgm:t>
        <a:bodyPr/>
        <a:lstStyle/>
        <a:p>
          <a:endParaRPr lang="en-US"/>
        </a:p>
      </dgm:t>
    </dgm:pt>
    <dgm:pt modelId="{681AA438-F699-824E-A8C7-61084B0405FE}" type="sibTrans" cxnId="{935763AA-5929-454A-851D-A3B4826C0DBC}">
      <dgm:prSet/>
      <dgm:spPr/>
      <dgm:t>
        <a:bodyPr/>
        <a:lstStyle/>
        <a:p>
          <a:endParaRPr lang="en-US"/>
        </a:p>
      </dgm:t>
    </dgm:pt>
    <dgm:pt modelId="{DBF2720C-7227-9C41-BD77-C0D3C0960410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Cesarean  </a:t>
          </a:r>
        </a:p>
        <a:p>
          <a:r>
            <a:rPr lang="en-US" dirty="0">
              <a:solidFill>
                <a:schemeClr val="bg1"/>
              </a:solidFill>
            </a:rPr>
            <a:t>(76%)</a:t>
          </a:r>
        </a:p>
      </dgm:t>
    </dgm:pt>
    <dgm:pt modelId="{5BD78679-AC5D-3548-8866-949C7869D29F}" type="parTrans" cxnId="{0F8EC58D-C68B-9542-9B97-92B8A957D171}">
      <dgm:prSet/>
      <dgm:spPr/>
      <dgm:t>
        <a:bodyPr/>
        <a:lstStyle/>
        <a:p>
          <a:endParaRPr lang="en-US"/>
        </a:p>
      </dgm:t>
    </dgm:pt>
    <dgm:pt modelId="{34BDDC65-3A4A-454D-A64F-A34D2059B0A1}" type="sibTrans" cxnId="{0F8EC58D-C68B-9542-9B97-92B8A957D171}">
      <dgm:prSet/>
      <dgm:spPr/>
      <dgm:t>
        <a:bodyPr/>
        <a:lstStyle/>
        <a:p>
          <a:endParaRPr lang="en-US"/>
        </a:p>
      </dgm:t>
    </dgm:pt>
    <dgm:pt modelId="{6F0176AC-B079-EF4B-A350-C386E5C5494C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Induction </a:t>
          </a:r>
        </a:p>
        <a:p>
          <a:r>
            <a:rPr lang="en-US" dirty="0">
              <a:solidFill>
                <a:schemeClr val="bg1"/>
              </a:solidFill>
            </a:rPr>
            <a:t>(36%)</a:t>
          </a:r>
        </a:p>
      </dgm:t>
    </dgm:pt>
    <dgm:pt modelId="{82815B96-04F2-AF47-8ADF-B38732DCE8FD}" type="parTrans" cxnId="{B9335BBD-1B8B-4F4D-8421-C8BFFE0AC0D0}">
      <dgm:prSet/>
      <dgm:spPr/>
      <dgm:t>
        <a:bodyPr/>
        <a:lstStyle/>
        <a:p>
          <a:endParaRPr lang="en-US"/>
        </a:p>
      </dgm:t>
    </dgm:pt>
    <dgm:pt modelId="{0ECE7B26-5D86-C74D-8703-597AB88F615A}" type="sibTrans" cxnId="{B9335BBD-1B8B-4F4D-8421-C8BFFE0AC0D0}">
      <dgm:prSet/>
      <dgm:spPr/>
      <dgm:t>
        <a:bodyPr/>
        <a:lstStyle/>
        <a:p>
          <a:endParaRPr lang="en-US"/>
        </a:p>
      </dgm:t>
    </dgm:pt>
    <dgm:pt modelId="{DD4D18C0-0152-2E42-B24C-E9BB722D19C7}">
      <dgm:prSet phldrT="[Text]"/>
      <dgm:spPr>
        <a:solidFill>
          <a:srgbClr val="156082"/>
        </a:solidFill>
        <a:ln w="38100">
          <a:solidFill>
            <a:schemeClr val="accent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Induction </a:t>
          </a:r>
        </a:p>
        <a:p>
          <a:r>
            <a:rPr lang="en-US" dirty="0">
              <a:solidFill>
                <a:schemeClr val="bg1"/>
              </a:solidFill>
            </a:rPr>
            <a:t>(45%)</a:t>
          </a:r>
        </a:p>
      </dgm:t>
    </dgm:pt>
    <dgm:pt modelId="{841832C7-3FE5-E945-B279-EE6AED7D3191}" type="parTrans" cxnId="{9857EF0D-489F-F141-BAD9-D902772019DA}">
      <dgm:prSet/>
      <dgm:spPr/>
      <dgm:t>
        <a:bodyPr/>
        <a:lstStyle/>
        <a:p>
          <a:endParaRPr lang="en-US"/>
        </a:p>
      </dgm:t>
    </dgm:pt>
    <dgm:pt modelId="{2E280F6B-BCF7-6B42-81E3-3FDB0C07FCD2}" type="sibTrans" cxnId="{9857EF0D-489F-F141-BAD9-D902772019DA}">
      <dgm:prSet/>
      <dgm:spPr/>
      <dgm:t>
        <a:bodyPr/>
        <a:lstStyle/>
        <a:p>
          <a:endParaRPr lang="en-US"/>
        </a:p>
      </dgm:t>
    </dgm:pt>
    <dgm:pt modelId="{DCCEDF7E-6FD9-E541-B8E9-AF10F73E2422}">
      <dgm:prSet phldrT="[Text]"/>
      <dgm:spPr>
        <a:solidFill>
          <a:srgbClr val="156082"/>
        </a:solidFill>
        <a:ln w="38100">
          <a:solidFill>
            <a:schemeClr val="accent1"/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Cesarean </a:t>
          </a:r>
        </a:p>
        <a:p>
          <a:r>
            <a:rPr lang="en-US" dirty="0">
              <a:solidFill>
                <a:schemeClr val="bg1"/>
              </a:solidFill>
            </a:rPr>
            <a:t>(17%)</a:t>
          </a:r>
        </a:p>
      </dgm:t>
    </dgm:pt>
    <dgm:pt modelId="{52DA10B7-61FE-CB4B-B3CC-A4D0DF18C570}" type="parTrans" cxnId="{7793402C-5B6F-1E4F-996C-0A80B4079DE9}">
      <dgm:prSet/>
      <dgm:spPr/>
      <dgm:t>
        <a:bodyPr/>
        <a:lstStyle/>
        <a:p>
          <a:endParaRPr lang="en-US"/>
        </a:p>
      </dgm:t>
    </dgm:pt>
    <dgm:pt modelId="{91F1D88E-78DC-EC45-9724-42199288698F}" type="sibTrans" cxnId="{7793402C-5B6F-1E4F-996C-0A80B4079DE9}">
      <dgm:prSet/>
      <dgm:spPr/>
      <dgm:t>
        <a:bodyPr/>
        <a:lstStyle/>
        <a:p>
          <a:endParaRPr lang="en-US"/>
        </a:p>
      </dgm:t>
    </dgm:pt>
    <dgm:pt modelId="{07C41DE4-5ACD-3748-8BE2-0A17D851EFC0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Cesarean </a:t>
          </a:r>
        </a:p>
        <a:p>
          <a:r>
            <a:rPr lang="en-US" dirty="0">
              <a:solidFill>
                <a:schemeClr val="bg1"/>
              </a:solidFill>
            </a:rPr>
            <a:t>(12%)</a:t>
          </a:r>
        </a:p>
      </dgm:t>
    </dgm:pt>
    <dgm:pt modelId="{5B6337B6-DFEF-CF47-BFD8-E7E345008F0D}" type="parTrans" cxnId="{90D23F00-3B94-B34D-AFD5-99B2C592E458}">
      <dgm:prSet/>
      <dgm:spPr/>
      <dgm:t>
        <a:bodyPr/>
        <a:lstStyle/>
        <a:p>
          <a:endParaRPr lang="en-US"/>
        </a:p>
      </dgm:t>
    </dgm:pt>
    <dgm:pt modelId="{8CAE8F63-720D-DD43-8F62-7FE74CFB69CD}" type="sibTrans" cxnId="{90D23F00-3B94-B34D-AFD5-99B2C592E458}">
      <dgm:prSet/>
      <dgm:spPr/>
      <dgm:t>
        <a:bodyPr/>
        <a:lstStyle/>
        <a:p>
          <a:endParaRPr lang="en-US"/>
        </a:p>
      </dgm:t>
    </dgm:pt>
    <dgm:pt modelId="{D973FE71-0FF5-8A49-9786-1FFE865E009B}" type="pres">
      <dgm:prSet presAssocID="{3BF6E109-FCEB-654C-8BBC-F26ECB30328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2310A1D-3D06-0B4C-A8A8-0117CD24A061}" type="pres">
      <dgm:prSet presAssocID="{2EC2CD48-BF0C-684B-8569-338D0888D891}" presName="hierRoot1" presStyleCnt="0">
        <dgm:presLayoutVars>
          <dgm:hierBranch val="init"/>
        </dgm:presLayoutVars>
      </dgm:prSet>
      <dgm:spPr/>
    </dgm:pt>
    <dgm:pt modelId="{758A2EDA-B6AD-704E-92EF-4272DD6B8BB1}" type="pres">
      <dgm:prSet presAssocID="{2EC2CD48-BF0C-684B-8569-338D0888D891}" presName="rootComposite1" presStyleCnt="0"/>
      <dgm:spPr/>
    </dgm:pt>
    <dgm:pt modelId="{376B24E3-1D40-0747-88B6-858EEC2B4A90}" type="pres">
      <dgm:prSet presAssocID="{2EC2CD48-BF0C-684B-8569-338D0888D891}" presName="rootText1" presStyleLbl="node0" presStyleIdx="0" presStyleCnt="2" custLinFactNeighborY="-64238">
        <dgm:presLayoutVars>
          <dgm:chPref val="3"/>
        </dgm:presLayoutVars>
      </dgm:prSet>
      <dgm:spPr/>
    </dgm:pt>
    <dgm:pt modelId="{97E94C1E-285C-E74F-8A5E-D60C3828AA50}" type="pres">
      <dgm:prSet presAssocID="{2EC2CD48-BF0C-684B-8569-338D0888D891}" presName="rootConnector1" presStyleLbl="node1" presStyleIdx="0" presStyleCnt="0"/>
      <dgm:spPr/>
    </dgm:pt>
    <dgm:pt modelId="{5D670248-6354-654D-B542-FBEC2A2817E4}" type="pres">
      <dgm:prSet presAssocID="{2EC2CD48-BF0C-684B-8569-338D0888D891}" presName="hierChild2" presStyleCnt="0"/>
      <dgm:spPr/>
    </dgm:pt>
    <dgm:pt modelId="{A851F94B-9752-444A-8670-90B787264013}" type="pres">
      <dgm:prSet presAssocID="{4CCEF929-2052-E54F-8CFD-C3B59B69E5EF}" presName="Name37" presStyleLbl="parChTrans1D2" presStyleIdx="0" presStyleCnt="5"/>
      <dgm:spPr/>
    </dgm:pt>
    <dgm:pt modelId="{97713B23-9AFA-2140-993D-2021292EB3C3}" type="pres">
      <dgm:prSet presAssocID="{1D8C2209-A140-094B-9C2E-AB045EEDBA85}" presName="hierRoot2" presStyleCnt="0">
        <dgm:presLayoutVars>
          <dgm:hierBranch val="init"/>
        </dgm:presLayoutVars>
      </dgm:prSet>
      <dgm:spPr/>
    </dgm:pt>
    <dgm:pt modelId="{42C606F7-07A3-9346-9B93-CF43AE77A521}" type="pres">
      <dgm:prSet presAssocID="{1D8C2209-A140-094B-9C2E-AB045EEDBA85}" presName="rootComposite" presStyleCnt="0"/>
      <dgm:spPr/>
    </dgm:pt>
    <dgm:pt modelId="{4B18F5F5-4A43-1445-9F4D-4608E1F01118}" type="pres">
      <dgm:prSet presAssocID="{1D8C2209-A140-094B-9C2E-AB045EEDBA85}" presName="rootText" presStyleLbl="node2" presStyleIdx="0" presStyleCnt="5" custLinFactNeighborY="17720">
        <dgm:presLayoutVars>
          <dgm:chPref val="3"/>
        </dgm:presLayoutVars>
      </dgm:prSet>
      <dgm:spPr/>
    </dgm:pt>
    <dgm:pt modelId="{56F74241-2DB8-9B49-A275-F613605EFB33}" type="pres">
      <dgm:prSet presAssocID="{1D8C2209-A140-094B-9C2E-AB045EEDBA85}" presName="rootConnector" presStyleLbl="node2" presStyleIdx="0" presStyleCnt="5"/>
      <dgm:spPr/>
    </dgm:pt>
    <dgm:pt modelId="{302EEBBE-09C6-F84E-A1D3-F8804BED7988}" type="pres">
      <dgm:prSet presAssocID="{1D8C2209-A140-094B-9C2E-AB045EEDBA85}" presName="hierChild4" presStyleCnt="0"/>
      <dgm:spPr/>
    </dgm:pt>
    <dgm:pt modelId="{8A838D2D-F008-724C-8D68-084763AE8F3A}" type="pres">
      <dgm:prSet presAssocID="{A8A0CBB2-87B6-D74E-A5E1-EDB4F6D4F9CF}" presName="Name37" presStyleLbl="parChTrans1D3" presStyleIdx="0" presStyleCnt="4"/>
      <dgm:spPr/>
    </dgm:pt>
    <dgm:pt modelId="{632DCA6B-6EE1-A042-BF77-53A398DA1BD4}" type="pres">
      <dgm:prSet presAssocID="{C709DAF7-043D-DB41-81E1-C28AFFCFA67E}" presName="hierRoot2" presStyleCnt="0">
        <dgm:presLayoutVars>
          <dgm:hierBranch val="init"/>
        </dgm:presLayoutVars>
      </dgm:prSet>
      <dgm:spPr/>
    </dgm:pt>
    <dgm:pt modelId="{C3172B4F-6B87-6C4F-9CFF-6C4D6437201C}" type="pres">
      <dgm:prSet presAssocID="{C709DAF7-043D-DB41-81E1-C28AFFCFA67E}" presName="rootComposite" presStyleCnt="0"/>
      <dgm:spPr/>
    </dgm:pt>
    <dgm:pt modelId="{698D8AC4-AB5A-B64A-B02E-7353197524AD}" type="pres">
      <dgm:prSet presAssocID="{C709DAF7-043D-DB41-81E1-C28AFFCFA67E}" presName="rootText" presStyleLbl="node3" presStyleIdx="0" presStyleCnt="4" custScaleX="82882" custLinFactNeighborX="-23005" custLinFactNeighborY="75590">
        <dgm:presLayoutVars>
          <dgm:chPref val="3"/>
        </dgm:presLayoutVars>
      </dgm:prSet>
      <dgm:spPr/>
    </dgm:pt>
    <dgm:pt modelId="{0F3210A4-9DDC-6C48-8A0D-716EB534EC81}" type="pres">
      <dgm:prSet presAssocID="{C709DAF7-043D-DB41-81E1-C28AFFCFA67E}" presName="rootConnector" presStyleLbl="node3" presStyleIdx="0" presStyleCnt="4"/>
      <dgm:spPr/>
    </dgm:pt>
    <dgm:pt modelId="{88D8C780-3200-BD45-A11F-C36256038673}" type="pres">
      <dgm:prSet presAssocID="{C709DAF7-043D-DB41-81E1-C28AFFCFA67E}" presName="hierChild4" presStyleCnt="0"/>
      <dgm:spPr/>
    </dgm:pt>
    <dgm:pt modelId="{61B5B12D-19D4-1E43-869A-693B85195C73}" type="pres">
      <dgm:prSet presAssocID="{C709DAF7-043D-DB41-81E1-C28AFFCFA67E}" presName="hierChild5" presStyleCnt="0"/>
      <dgm:spPr/>
    </dgm:pt>
    <dgm:pt modelId="{45BBF5A3-CCBE-A04D-A8BD-81D4CB7DF94B}" type="pres">
      <dgm:prSet presAssocID="{1D8C2209-A140-094B-9C2E-AB045EEDBA85}" presName="hierChild5" presStyleCnt="0"/>
      <dgm:spPr/>
    </dgm:pt>
    <dgm:pt modelId="{F9E1F204-E7B2-1849-9C33-B0FD3BFB7763}" type="pres">
      <dgm:prSet presAssocID="{06F35F33-1EAF-3E4A-9957-2382D7B7B08D}" presName="Name37" presStyleLbl="parChTrans1D2" presStyleIdx="1" presStyleCnt="5"/>
      <dgm:spPr/>
    </dgm:pt>
    <dgm:pt modelId="{73744207-01BF-9042-92E6-1119AE5BFC7B}" type="pres">
      <dgm:prSet presAssocID="{C7A92FCF-1C76-7F46-96D2-F23E4A23BBC6}" presName="hierRoot2" presStyleCnt="0">
        <dgm:presLayoutVars>
          <dgm:hierBranch val="init"/>
        </dgm:presLayoutVars>
      </dgm:prSet>
      <dgm:spPr/>
    </dgm:pt>
    <dgm:pt modelId="{D378C220-AE04-1A4A-8537-C767AC17D5EF}" type="pres">
      <dgm:prSet presAssocID="{C7A92FCF-1C76-7F46-96D2-F23E4A23BBC6}" presName="rootComposite" presStyleCnt="0"/>
      <dgm:spPr/>
    </dgm:pt>
    <dgm:pt modelId="{6F0C9747-E1D7-F94A-B195-E064B018EA0A}" type="pres">
      <dgm:prSet presAssocID="{C7A92FCF-1C76-7F46-96D2-F23E4A23BBC6}" presName="rootText" presStyleLbl="node2" presStyleIdx="1" presStyleCnt="5" custLinFactNeighborY="17720">
        <dgm:presLayoutVars>
          <dgm:chPref val="3"/>
        </dgm:presLayoutVars>
      </dgm:prSet>
      <dgm:spPr/>
    </dgm:pt>
    <dgm:pt modelId="{6370943D-A924-F64F-BD53-A2034DA323CD}" type="pres">
      <dgm:prSet presAssocID="{C7A92FCF-1C76-7F46-96D2-F23E4A23BBC6}" presName="rootConnector" presStyleLbl="node2" presStyleIdx="1" presStyleCnt="5"/>
      <dgm:spPr/>
    </dgm:pt>
    <dgm:pt modelId="{00118B70-99F9-0749-8262-841584DC8581}" type="pres">
      <dgm:prSet presAssocID="{C7A92FCF-1C76-7F46-96D2-F23E4A23BBC6}" presName="hierChild4" presStyleCnt="0"/>
      <dgm:spPr/>
    </dgm:pt>
    <dgm:pt modelId="{C465DE40-7C3D-164C-A0B2-F7BE0EE17EF9}" type="pres">
      <dgm:prSet presAssocID="{5BD78679-AC5D-3548-8866-949C7869D29F}" presName="Name37" presStyleLbl="parChTrans1D3" presStyleIdx="1" presStyleCnt="4"/>
      <dgm:spPr/>
    </dgm:pt>
    <dgm:pt modelId="{8F2D2768-34AA-884C-A4C4-9226077D8ED3}" type="pres">
      <dgm:prSet presAssocID="{DBF2720C-7227-9C41-BD77-C0D3C0960410}" presName="hierRoot2" presStyleCnt="0">
        <dgm:presLayoutVars>
          <dgm:hierBranch val="init"/>
        </dgm:presLayoutVars>
      </dgm:prSet>
      <dgm:spPr/>
    </dgm:pt>
    <dgm:pt modelId="{3AEC27D0-7C78-994E-B9C1-D19BA944EF67}" type="pres">
      <dgm:prSet presAssocID="{DBF2720C-7227-9C41-BD77-C0D3C0960410}" presName="rootComposite" presStyleCnt="0"/>
      <dgm:spPr/>
    </dgm:pt>
    <dgm:pt modelId="{6731B3C6-EB87-DA49-8E12-7CCC7F6D3175}" type="pres">
      <dgm:prSet presAssocID="{DBF2720C-7227-9C41-BD77-C0D3C0960410}" presName="rootText" presStyleLbl="node3" presStyleIdx="1" presStyleCnt="4" custScaleX="82882" custLinFactNeighborX="-52975" custLinFactNeighborY="76411">
        <dgm:presLayoutVars>
          <dgm:chPref val="3"/>
        </dgm:presLayoutVars>
      </dgm:prSet>
      <dgm:spPr/>
    </dgm:pt>
    <dgm:pt modelId="{EADABD03-D496-4A4D-8E11-408446D9B824}" type="pres">
      <dgm:prSet presAssocID="{DBF2720C-7227-9C41-BD77-C0D3C0960410}" presName="rootConnector" presStyleLbl="node3" presStyleIdx="1" presStyleCnt="4"/>
      <dgm:spPr/>
    </dgm:pt>
    <dgm:pt modelId="{CBCB8647-334E-5647-8B1D-E557C76294EF}" type="pres">
      <dgm:prSet presAssocID="{DBF2720C-7227-9C41-BD77-C0D3C0960410}" presName="hierChild4" presStyleCnt="0"/>
      <dgm:spPr/>
    </dgm:pt>
    <dgm:pt modelId="{428F5347-DAC3-804A-A060-AF6D8A053DDE}" type="pres">
      <dgm:prSet presAssocID="{DBF2720C-7227-9C41-BD77-C0D3C0960410}" presName="hierChild5" presStyleCnt="0"/>
      <dgm:spPr/>
    </dgm:pt>
    <dgm:pt modelId="{EE955621-4D14-2947-A8F1-E54BBA114AF3}" type="pres">
      <dgm:prSet presAssocID="{C7A92FCF-1C76-7F46-96D2-F23E4A23BBC6}" presName="hierChild5" presStyleCnt="0"/>
      <dgm:spPr/>
    </dgm:pt>
    <dgm:pt modelId="{B5B8835E-8137-2540-A2A9-BB9602BC446A}" type="pres">
      <dgm:prSet presAssocID="{534B3F7D-1BD1-9C4D-83D7-3E1A6265A655}" presName="Name37" presStyleLbl="parChTrans1D2" presStyleIdx="2" presStyleCnt="5"/>
      <dgm:spPr/>
    </dgm:pt>
    <dgm:pt modelId="{12A4A13A-7484-BF44-A0FC-469D17099E7D}" type="pres">
      <dgm:prSet presAssocID="{FAF789F6-E2B4-9C46-84EC-3AAB521E293F}" presName="hierRoot2" presStyleCnt="0">
        <dgm:presLayoutVars>
          <dgm:hierBranch val="init"/>
        </dgm:presLayoutVars>
      </dgm:prSet>
      <dgm:spPr/>
    </dgm:pt>
    <dgm:pt modelId="{02E0B732-44C9-654A-8AB2-089E90CA6C8B}" type="pres">
      <dgm:prSet presAssocID="{FAF789F6-E2B4-9C46-84EC-3AAB521E293F}" presName="rootComposite" presStyleCnt="0"/>
      <dgm:spPr/>
    </dgm:pt>
    <dgm:pt modelId="{CE65EFB1-BB6C-074D-A13B-08A9FE5281E7}" type="pres">
      <dgm:prSet presAssocID="{FAF789F6-E2B4-9C46-84EC-3AAB521E293F}" presName="rootText" presStyleLbl="node2" presStyleIdx="2" presStyleCnt="5" custLinFactNeighborY="17720">
        <dgm:presLayoutVars>
          <dgm:chPref val="3"/>
        </dgm:presLayoutVars>
      </dgm:prSet>
      <dgm:spPr/>
    </dgm:pt>
    <dgm:pt modelId="{97709640-DB6E-9240-9638-B8D1F07D860A}" type="pres">
      <dgm:prSet presAssocID="{FAF789F6-E2B4-9C46-84EC-3AAB521E293F}" presName="rootConnector" presStyleLbl="node2" presStyleIdx="2" presStyleCnt="5"/>
      <dgm:spPr/>
    </dgm:pt>
    <dgm:pt modelId="{34008BDB-9286-DF40-AF15-1E5855A1F0C8}" type="pres">
      <dgm:prSet presAssocID="{FAF789F6-E2B4-9C46-84EC-3AAB521E293F}" presName="hierChild4" presStyleCnt="0"/>
      <dgm:spPr/>
    </dgm:pt>
    <dgm:pt modelId="{85F6DB8D-A8A1-8944-B998-F8C862C2C270}" type="pres">
      <dgm:prSet presAssocID="{5B6337B6-DFEF-CF47-BFD8-E7E345008F0D}" presName="Name37" presStyleLbl="parChTrans1D3" presStyleIdx="2" presStyleCnt="4"/>
      <dgm:spPr/>
    </dgm:pt>
    <dgm:pt modelId="{5898A6C7-E5A6-2741-B0F7-A2200A600014}" type="pres">
      <dgm:prSet presAssocID="{07C41DE4-5ACD-3748-8BE2-0A17D851EFC0}" presName="hierRoot2" presStyleCnt="0">
        <dgm:presLayoutVars>
          <dgm:hierBranch val="init"/>
        </dgm:presLayoutVars>
      </dgm:prSet>
      <dgm:spPr/>
    </dgm:pt>
    <dgm:pt modelId="{F0922E80-C2AB-5A43-807C-F51988420CE3}" type="pres">
      <dgm:prSet presAssocID="{07C41DE4-5ACD-3748-8BE2-0A17D851EFC0}" presName="rootComposite" presStyleCnt="0"/>
      <dgm:spPr/>
    </dgm:pt>
    <dgm:pt modelId="{22E6F36A-105D-184B-8E6B-8722459CF317}" type="pres">
      <dgm:prSet presAssocID="{07C41DE4-5ACD-3748-8BE2-0A17D851EFC0}" presName="rootText" presStyleLbl="node3" presStyleIdx="2" presStyleCnt="4" custScaleX="82882" custLinFactNeighborX="10312" custLinFactNeighborY="75590">
        <dgm:presLayoutVars>
          <dgm:chPref val="3"/>
        </dgm:presLayoutVars>
      </dgm:prSet>
      <dgm:spPr/>
    </dgm:pt>
    <dgm:pt modelId="{B528AEEA-5670-5E4B-948C-772D96A77BF1}" type="pres">
      <dgm:prSet presAssocID="{07C41DE4-5ACD-3748-8BE2-0A17D851EFC0}" presName="rootConnector" presStyleLbl="node3" presStyleIdx="2" presStyleCnt="4"/>
      <dgm:spPr/>
    </dgm:pt>
    <dgm:pt modelId="{3DC5B84A-7F6C-6D47-8698-88681CD1B6B8}" type="pres">
      <dgm:prSet presAssocID="{07C41DE4-5ACD-3748-8BE2-0A17D851EFC0}" presName="hierChild4" presStyleCnt="0"/>
      <dgm:spPr/>
    </dgm:pt>
    <dgm:pt modelId="{372D540F-A999-AD47-B14D-1C4CDAAC945E}" type="pres">
      <dgm:prSet presAssocID="{07C41DE4-5ACD-3748-8BE2-0A17D851EFC0}" presName="hierChild5" presStyleCnt="0"/>
      <dgm:spPr/>
    </dgm:pt>
    <dgm:pt modelId="{541B846B-2E66-1948-BAF6-38416468C02D}" type="pres">
      <dgm:prSet presAssocID="{82815B96-04F2-AF47-8ADF-B38732DCE8FD}" presName="Name37" presStyleLbl="parChTrans1D3" presStyleIdx="3" presStyleCnt="4"/>
      <dgm:spPr/>
    </dgm:pt>
    <dgm:pt modelId="{20A4A40B-B3C8-6D44-B747-AF3B83C1FA9C}" type="pres">
      <dgm:prSet presAssocID="{6F0176AC-B079-EF4B-A350-C386E5C5494C}" presName="hierRoot2" presStyleCnt="0">
        <dgm:presLayoutVars>
          <dgm:hierBranch val="init"/>
        </dgm:presLayoutVars>
      </dgm:prSet>
      <dgm:spPr/>
    </dgm:pt>
    <dgm:pt modelId="{87B112C9-E7C1-B049-9782-F565BE2CC762}" type="pres">
      <dgm:prSet presAssocID="{6F0176AC-B079-EF4B-A350-C386E5C5494C}" presName="rootComposite" presStyleCnt="0"/>
      <dgm:spPr/>
    </dgm:pt>
    <dgm:pt modelId="{E228A31E-0582-2D47-A8EF-FF577F62C5A2}" type="pres">
      <dgm:prSet presAssocID="{6F0176AC-B079-EF4B-A350-C386E5C5494C}" presName="rootText" presStyleLbl="node3" presStyleIdx="3" presStyleCnt="4" custScaleX="82882" custLinFactNeighborX="-79107" custLinFactNeighborY="-66410">
        <dgm:presLayoutVars>
          <dgm:chPref val="3"/>
        </dgm:presLayoutVars>
      </dgm:prSet>
      <dgm:spPr/>
    </dgm:pt>
    <dgm:pt modelId="{286482E2-6F1A-7E44-94E6-354E723DBEE9}" type="pres">
      <dgm:prSet presAssocID="{6F0176AC-B079-EF4B-A350-C386E5C5494C}" presName="rootConnector" presStyleLbl="node3" presStyleIdx="3" presStyleCnt="4"/>
      <dgm:spPr/>
    </dgm:pt>
    <dgm:pt modelId="{614950E1-8DDF-4E4A-9E50-209A5D2EC08D}" type="pres">
      <dgm:prSet presAssocID="{6F0176AC-B079-EF4B-A350-C386E5C5494C}" presName="hierChild4" presStyleCnt="0"/>
      <dgm:spPr/>
    </dgm:pt>
    <dgm:pt modelId="{CCA327E7-B95D-854F-AC56-E9B24799D8DD}" type="pres">
      <dgm:prSet presAssocID="{6F0176AC-B079-EF4B-A350-C386E5C5494C}" presName="hierChild5" presStyleCnt="0"/>
      <dgm:spPr/>
    </dgm:pt>
    <dgm:pt modelId="{CD507CD2-06D9-7548-846A-8EBF5E179E54}" type="pres">
      <dgm:prSet presAssocID="{FAF789F6-E2B4-9C46-84EC-3AAB521E293F}" presName="hierChild5" presStyleCnt="0"/>
      <dgm:spPr/>
    </dgm:pt>
    <dgm:pt modelId="{BD5CA6D4-BEE8-B547-A343-B48FB145BEA8}" type="pres">
      <dgm:prSet presAssocID="{2EC2CD48-BF0C-684B-8569-338D0888D891}" presName="hierChild3" presStyleCnt="0"/>
      <dgm:spPr/>
    </dgm:pt>
    <dgm:pt modelId="{08663E45-23BB-8442-8C1B-547D13A922E4}" type="pres">
      <dgm:prSet presAssocID="{ADF153EB-C540-AF41-A9C8-B8785BD68F5C}" presName="hierRoot1" presStyleCnt="0">
        <dgm:presLayoutVars>
          <dgm:hierBranch val="init"/>
        </dgm:presLayoutVars>
      </dgm:prSet>
      <dgm:spPr/>
    </dgm:pt>
    <dgm:pt modelId="{C346BDC2-5BAF-1A48-9193-B43B4E9742C3}" type="pres">
      <dgm:prSet presAssocID="{ADF153EB-C540-AF41-A9C8-B8785BD68F5C}" presName="rootComposite1" presStyleCnt="0"/>
      <dgm:spPr/>
    </dgm:pt>
    <dgm:pt modelId="{BED25451-9FE4-F94E-8CF8-145EC643B14C}" type="pres">
      <dgm:prSet presAssocID="{ADF153EB-C540-AF41-A9C8-B8785BD68F5C}" presName="rootText1" presStyleLbl="node0" presStyleIdx="1" presStyleCnt="2" custLinFactNeighborY="-64238">
        <dgm:presLayoutVars>
          <dgm:chPref val="3"/>
        </dgm:presLayoutVars>
      </dgm:prSet>
      <dgm:spPr/>
    </dgm:pt>
    <dgm:pt modelId="{5816E467-01E6-344E-8AB3-2EA88B17D68D}" type="pres">
      <dgm:prSet presAssocID="{ADF153EB-C540-AF41-A9C8-B8785BD68F5C}" presName="rootConnector1" presStyleLbl="node1" presStyleIdx="0" presStyleCnt="0"/>
      <dgm:spPr/>
    </dgm:pt>
    <dgm:pt modelId="{19C80DDA-4F0A-7947-9BCC-71E2EDCA87EE}" type="pres">
      <dgm:prSet presAssocID="{ADF153EB-C540-AF41-A9C8-B8785BD68F5C}" presName="hierChild2" presStyleCnt="0"/>
      <dgm:spPr/>
    </dgm:pt>
    <dgm:pt modelId="{0694422C-CF9A-C34A-B079-FCF342B8D7AD}" type="pres">
      <dgm:prSet presAssocID="{841832C7-3FE5-E945-B279-EE6AED7D3191}" presName="Name37" presStyleLbl="parChTrans1D2" presStyleIdx="3" presStyleCnt="5"/>
      <dgm:spPr/>
    </dgm:pt>
    <dgm:pt modelId="{8EAA9A1F-FA14-9842-8FCD-4EB726E53F7E}" type="pres">
      <dgm:prSet presAssocID="{DD4D18C0-0152-2E42-B24C-E9BB722D19C7}" presName="hierRoot2" presStyleCnt="0">
        <dgm:presLayoutVars>
          <dgm:hierBranch val="init"/>
        </dgm:presLayoutVars>
      </dgm:prSet>
      <dgm:spPr/>
    </dgm:pt>
    <dgm:pt modelId="{2CEABCE8-26F9-3745-AD8E-D751B7025A5C}" type="pres">
      <dgm:prSet presAssocID="{DD4D18C0-0152-2E42-B24C-E9BB722D19C7}" presName="rootComposite" presStyleCnt="0"/>
      <dgm:spPr/>
    </dgm:pt>
    <dgm:pt modelId="{30AF601B-0D18-3C4C-A3DC-DB6952C72336}" type="pres">
      <dgm:prSet presAssocID="{DD4D18C0-0152-2E42-B24C-E9BB722D19C7}" presName="rootText" presStyleLbl="node2" presStyleIdx="3" presStyleCnt="5" custScaleX="82882" custLinFactY="100000" custLinFactNeighborX="13326" custLinFactNeighborY="117590">
        <dgm:presLayoutVars>
          <dgm:chPref val="3"/>
        </dgm:presLayoutVars>
      </dgm:prSet>
      <dgm:spPr/>
    </dgm:pt>
    <dgm:pt modelId="{13677C4E-1666-8347-BAF5-A5C31874FA8F}" type="pres">
      <dgm:prSet presAssocID="{DD4D18C0-0152-2E42-B24C-E9BB722D19C7}" presName="rootConnector" presStyleLbl="node2" presStyleIdx="3" presStyleCnt="5"/>
      <dgm:spPr/>
    </dgm:pt>
    <dgm:pt modelId="{4E1A0BB2-5ABF-4D43-AA88-A4E23DA5BCE4}" type="pres">
      <dgm:prSet presAssocID="{DD4D18C0-0152-2E42-B24C-E9BB722D19C7}" presName="hierChild4" presStyleCnt="0"/>
      <dgm:spPr/>
    </dgm:pt>
    <dgm:pt modelId="{859E3F75-1DAE-264D-81BF-DCA3ED6AC0C5}" type="pres">
      <dgm:prSet presAssocID="{DD4D18C0-0152-2E42-B24C-E9BB722D19C7}" presName="hierChild5" presStyleCnt="0"/>
      <dgm:spPr/>
    </dgm:pt>
    <dgm:pt modelId="{BFBA5D45-7625-6845-9C56-4922A21599EE}" type="pres">
      <dgm:prSet presAssocID="{52DA10B7-61FE-CB4B-B3CC-A4D0DF18C570}" presName="Name37" presStyleLbl="parChTrans1D2" presStyleIdx="4" presStyleCnt="5"/>
      <dgm:spPr/>
    </dgm:pt>
    <dgm:pt modelId="{548B045F-90A7-F14E-8E0C-F1B89BB670CF}" type="pres">
      <dgm:prSet presAssocID="{DCCEDF7E-6FD9-E541-B8E9-AF10F73E2422}" presName="hierRoot2" presStyleCnt="0">
        <dgm:presLayoutVars>
          <dgm:hierBranch val="init"/>
        </dgm:presLayoutVars>
      </dgm:prSet>
      <dgm:spPr/>
    </dgm:pt>
    <dgm:pt modelId="{0204430C-B16F-744A-B124-5A13394F250C}" type="pres">
      <dgm:prSet presAssocID="{DCCEDF7E-6FD9-E541-B8E9-AF10F73E2422}" presName="rootComposite" presStyleCnt="0"/>
      <dgm:spPr/>
    </dgm:pt>
    <dgm:pt modelId="{1D869F1E-A3A2-744E-9E9A-7130AEC153CF}" type="pres">
      <dgm:prSet presAssocID="{DCCEDF7E-6FD9-E541-B8E9-AF10F73E2422}" presName="rootText" presStyleLbl="node2" presStyleIdx="4" presStyleCnt="5" custScaleX="82882" custLinFactY="100000" custLinFactNeighborX="-1995" custLinFactNeighborY="117590">
        <dgm:presLayoutVars>
          <dgm:chPref val="3"/>
        </dgm:presLayoutVars>
      </dgm:prSet>
      <dgm:spPr/>
    </dgm:pt>
    <dgm:pt modelId="{A304C4A4-0E17-9F4C-A17F-F4DBCD6A68A5}" type="pres">
      <dgm:prSet presAssocID="{DCCEDF7E-6FD9-E541-B8E9-AF10F73E2422}" presName="rootConnector" presStyleLbl="node2" presStyleIdx="4" presStyleCnt="5"/>
      <dgm:spPr/>
    </dgm:pt>
    <dgm:pt modelId="{AA6FB4BA-9ACD-D947-A92F-2CD784E06273}" type="pres">
      <dgm:prSet presAssocID="{DCCEDF7E-6FD9-E541-B8E9-AF10F73E2422}" presName="hierChild4" presStyleCnt="0"/>
      <dgm:spPr/>
    </dgm:pt>
    <dgm:pt modelId="{0EC65735-AE3E-C749-8633-9201B5545AB3}" type="pres">
      <dgm:prSet presAssocID="{DCCEDF7E-6FD9-E541-B8E9-AF10F73E2422}" presName="hierChild5" presStyleCnt="0"/>
      <dgm:spPr/>
    </dgm:pt>
    <dgm:pt modelId="{A670F657-F78B-084E-B60D-D033881B09F8}" type="pres">
      <dgm:prSet presAssocID="{ADF153EB-C540-AF41-A9C8-B8785BD68F5C}" presName="hierChild3" presStyleCnt="0"/>
      <dgm:spPr/>
    </dgm:pt>
  </dgm:ptLst>
  <dgm:cxnLst>
    <dgm:cxn modelId="{90D23F00-3B94-B34D-AFD5-99B2C592E458}" srcId="{FAF789F6-E2B4-9C46-84EC-3AAB521E293F}" destId="{07C41DE4-5ACD-3748-8BE2-0A17D851EFC0}" srcOrd="0" destOrd="0" parTransId="{5B6337B6-DFEF-CF47-BFD8-E7E345008F0D}" sibTransId="{8CAE8F63-720D-DD43-8F62-7FE74CFB69CD}"/>
    <dgm:cxn modelId="{7B69E50D-A6A2-994F-9685-22C2282AEFB1}" type="presOf" srcId="{1D8C2209-A140-094B-9C2E-AB045EEDBA85}" destId="{4B18F5F5-4A43-1445-9F4D-4608E1F01118}" srcOrd="0" destOrd="0" presId="urn:microsoft.com/office/officeart/2005/8/layout/orgChart1"/>
    <dgm:cxn modelId="{9857EF0D-489F-F141-BAD9-D902772019DA}" srcId="{ADF153EB-C540-AF41-A9C8-B8785BD68F5C}" destId="{DD4D18C0-0152-2E42-B24C-E9BB722D19C7}" srcOrd="0" destOrd="0" parTransId="{841832C7-3FE5-E945-B279-EE6AED7D3191}" sibTransId="{2E280F6B-BCF7-6B42-81E3-3FDB0C07FCD2}"/>
    <dgm:cxn modelId="{48D1FE0F-15DD-2849-99CF-EA3462452AC3}" type="presOf" srcId="{DBF2720C-7227-9C41-BD77-C0D3C0960410}" destId="{EADABD03-D496-4A4D-8E11-408446D9B824}" srcOrd="1" destOrd="0" presId="urn:microsoft.com/office/officeart/2005/8/layout/orgChart1"/>
    <dgm:cxn modelId="{41DA0115-89D7-3D46-B6B4-FA62296D0427}" type="presOf" srcId="{6F0176AC-B079-EF4B-A350-C386E5C5494C}" destId="{286482E2-6F1A-7E44-94E6-354E723DBEE9}" srcOrd="1" destOrd="0" presId="urn:microsoft.com/office/officeart/2005/8/layout/orgChart1"/>
    <dgm:cxn modelId="{22E07115-52AE-7A40-9D71-4455C4828BF7}" type="presOf" srcId="{C709DAF7-043D-DB41-81E1-C28AFFCFA67E}" destId="{698D8AC4-AB5A-B64A-B02E-7353197524AD}" srcOrd="0" destOrd="0" presId="urn:microsoft.com/office/officeart/2005/8/layout/orgChart1"/>
    <dgm:cxn modelId="{48DA6320-BC89-C748-A4F8-FEB4DE8DBE7C}" type="presOf" srcId="{1D8C2209-A140-094B-9C2E-AB045EEDBA85}" destId="{56F74241-2DB8-9B49-A275-F613605EFB33}" srcOrd="1" destOrd="0" presId="urn:microsoft.com/office/officeart/2005/8/layout/orgChart1"/>
    <dgm:cxn modelId="{A5AC0023-6D82-0A4D-B55E-931E83069261}" type="presOf" srcId="{07C41DE4-5ACD-3748-8BE2-0A17D851EFC0}" destId="{22E6F36A-105D-184B-8E6B-8722459CF317}" srcOrd="0" destOrd="0" presId="urn:microsoft.com/office/officeart/2005/8/layout/orgChart1"/>
    <dgm:cxn modelId="{DACB6F24-7E5C-F346-A0BD-66888467AD60}" type="presOf" srcId="{841832C7-3FE5-E945-B279-EE6AED7D3191}" destId="{0694422C-CF9A-C34A-B079-FCF342B8D7AD}" srcOrd="0" destOrd="0" presId="urn:microsoft.com/office/officeart/2005/8/layout/orgChart1"/>
    <dgm:cxn modelId="{1D9B9425-3368-B94A-9255-65574C2AC9B0}" type="presOf" srcId="{2EC2CD48-BF0C-684B-8569-338D0888D891}" destId="{376B24E3-1D40-0747-88B6-858EEC2B4A90}" srcOrd="0" destOrd="0" presId="urn:microsoft.com/office/officeart/2005/8/layout/orgChart1"/>
    <dgm:cxn modelId="{7793402C-5B6F-1E4F-996C-0A80B4079DE9}" srcId="{ADF153EB-C540-AF41-A9C8-B8785BD68F5C}" destId="{DCCEDF7E-6FD9-E541-B8E9-AF10F73E2422}" srcOrd="1" destOrd="0" parTransId="{52DA10B7-61FE-CB4B-B3CC-A4D0DF18C570}" sibTransId="{91F1D88E-78DC-EC45-9724-42199288698F}"/>
    <dgm:cxn modelId="{50190D3A-F6AE-5D42-8170-EEA1829BAC58}" type="presOf" srcId="{534B3F7D-1BD1-9C4D-83D7-3E1A6265A655}" destId="{B5B8835E-8137-2540-A2A9-BB9602BC446A}" srcOrd="0" destOrd="0" presId="urn:microsoft.com/office/officeart/2005/8/layout/orgChart1"/>
    <dgm:cxn modelId="{1DDFB13B-91C1-7146-B480-74E57F4E50B9}" type="presOf" srcId="{5B6337B6-DFEF-CF47-BFD8-E7E345008F0D}" destId="{85F6DB8D-A8A1-8944-B998-F8C862C2C270}" srcOrd="0" destOrd="0" presId="urn:microsoft.com/office/officeart/2005/8/layout/orgChart1"/>
    <dgm:cxn modelId="{519B6541-8D35-7D48-952C-8AE35706DAEB}" type="presOf" srcId="{DD4D18C0-0152-2E42-B24C-E9BB722D19C7}" destId="{13677C4E-1666-8347-BAF5-A5C31874FA8F}" srcOrd="1" destOrd="0" presId="urn:microsoft.com/office/officeart/2005/8/layout/orgChart1"/>
    <dgm:cxn modelId="{B334AE41-DDDE-C140-8FD2-BDD85DF40B4D}" type="presOf" srcId="{07C41DE4-5ACD-3748-8BE2-0A17D851EFC0}" destId="{B528AEEA-5670-5E4B-948C-772D96A77BF1}" srcOrd="1" destOrd="0" presId="urn:microsoft.com/office/officeart/2005/8/layout/orgChart1"/>
    <dgm:cxn modelId="{36FAD54A-1825-7C49-BB89-3B4B33ACE3BF}" type="presOf" srcId="{DD4D18C0-0152-2E42-B24C-E9BB722D19C7}" destId="{30AF601B-0D18-3C4C-A3DC-DB6952C72336}" srcOrd="0" destOrd="0" presId="urn:microsoft.com/office/officeart/2005/8/layout/orgChart1"/>
    <dgm:cxn modelId="{FC71074B-08E7-C245-B682-613A7201C9B6}" type="presOf" srcId="{6F0176AC-B079-EF4B-A350-C386E5C5494C}" destId="{E228A31E-0582-2D47-A8EF-FF577F62C5A2}" srcOrd="0" destOrd="0" presId="urn:microsoft.com/office/officeart/2005/8/layout/orgChart1"/>
    <dgm:cxn modelId="{8AA2154C-8685-F949-8734-2379D48501FD}" type="presOf" srcId="{DCCEDF7E-6FD9-E541-B8E9-AF10F73E2422}" destId="{A304C4A4-0E17-9F4C-A17F-F4DBCD6A68A5}" srcOrd="1" destOrd="0" presId="urn:microsoft.com/office/officeart/2005/8/layout/orgChart1"/>
    <dgm:cxn modelId="{B6665F53-0155-4240-AFE7-137321EBC44F}" srcId="{2EC2CD48-BF0C-684B-8569-338D0888D891}" destId="{FAF789F6-E2B4-9C46-84EC-3AAB521E293F}" srcOrd="2" destOrd="0" parTransId="{534B3F7D-1BD1-9C4D-83D7-3E1A6265A655}" sibTransId="{471A7F98-7628-7940-882A-566D81A1FEE0}"/>
    <dgm:cxn modelId="{45309360-7319-A14E-91DE-B1E4BDA9C42C}" type="presOf" srcId="{06F35F33-1EAF-3E4A-9957-2382D7B7B08D}" destId="{F9E1F204-E7B2-1849-9C33-B0FD3BFB7763}" srcOrd="0" destOrd="0" presId="urn:microsoft.com/office/officeart/2005/8/layout/orgChart1"/>
    <dgm:cxn modelId="{76A57462-C477-2040-8DB6-82D5093AC55D}" type="presOf" srcId="{4CCEF929-2052-E54F-8CFD-C3B59B69E5EF}" destId="{A851F94B-9752-444A-8670-90B787264013}" srcOrd="0" destOrd="0" presId="urn:microsoft.com/office/officeart/2005/8/layout/orgChart1"/>
    <dgm:cxn modelId="{3885EE69-6310-4D4B-813B-D75DD20882EF}" type="presOf" srcId="{FAF789F6-E2B4-9C46-84EC-3AAB521E293F}" destId="{CE65EFB1-BB6C-074D-A13B-08A9FE5281E7}" srcOrd="0" destOrd="0" presId="urn:microsoft.com/office/officeart/2005/8/layout/orgChart1"/>
    <dgm:cxn modelId="{FDDE286C-4B7F-124F-A73E-7B69948514D2}" type="presOf" srcId="{C7A92FCF-1C76-7F46-96D2-F23E4A23BBC6}" destId="{6F0C9747-E1D7-F94A-B195-E064B018EA0A}" srcOrd="0" destOrd="0" presId="urn:microsoft.com/office/officeart/2005/8/layout/orgChart1"/>
    <dgm:cxn modelId="{B0A61A78-648B-DF45-803D-ADFCF4F9CE35}" type="presOf" srcId="{2EC2CD48-BF0C-684B-8569-338D0888D891}" destId="{97E94C1E-285C-E74F-8A5E-D60C3828AA50}" srcOrd="1" destOrd="0" presId="urn:microsoft.com/office/officeart/2005/8/layout/orgChart1"/>
    <dgm:cxn modelId="{B2D90C7C-BB40-3948-A891-29839E0CC29E}" type="presOf" srcId="{FAF789F6-E2B4-9C46-84EC-3AAB521E293F}" destId="{97709640-DB6E-9240-9638-B8D1F07D860A}" srcOrd="1" destOrd="0" presId="urn:microsoft.com/office/officeart/2005/8/layout/orgChart1"/>
    <dgm:cxn modelId="{8A9CDD7D-F10C-E34C-BF0D-6D67C9EB85FD}" type="presOf" srcId="{ADF153EB-C540-AF41-A9C8-B8785BD68F5C}" destId="{5816E467-01E6-344E-8AB3-2EA88B17D68D}" srcOrd="1" destOrd="0" presId="urn:microsoft.com/office/officeart/2005/8/layout/orgChart1"/>
    <dgm:cxn modelId="{59B0D77E-0D0A-5E4B-909D-D7B5225EC277}" type="presOf" srcId="{DCCEDF7E-6FD9-E541-B8E9-AF10F73E2422}" destId="{1D869F1E-A3A2-744E-9E9A-7130AEC153CF}" srcOrd="0" destOrd="0" presId="urn:microsoft.com/office/officeart/2005/8/layout/orgChart1"/>
    <dgm:cxn modelId="{8E07C487-C31E-734C-8D12-4B5DDDC7C0EF}" type="presOf" srcId="{52DA10B7-61FE-CB4B-B3CC-A4D0DF18C570}" destId="{BFBA5D45-7625-6845-9C56-4922A21599EE}" srcOrd="0" destOrd="0" presId="urn:microsoft.com/office/officeart/2005/8/layout/orgChart1"/>
    <dgm:cxn modelId="{E01DBC88-8509-5E43-BB96-E5CC58AC984E}" type="presOf" srcId="{5BD78679-AC5D-3548-8866-949C7869D29F}" destId="{C465DE40-7C3D-164C-A0B2-F7BE0EE17EF9}" srcOrd="0" destOrd="0" presId="urn:microsoft.com/office/officeart/2005/8/layout/orgChart1"/>
    <dgm:cxn modelId="{0F8EC58D-C68B-9542-9B97-92B8A957D171}" srcId="{C7A92FCF-1C76-7F46-96D2-F23E4A23BBC6}" destId="{DBF2720C-7227-9C41-BD77-C0D3C0960410}" srcOrd="0" destOrd="0" parTransId="{5BD78679-AC5D-3548-8866-949C7869D29F}" sibTransId="{34BDDC65-3A4A-454D-A64F-A34D2059B0A1}"/>
    <dgm:cxn modelId="{C232E695-5656-2941-8A03-E5F651BDCF96}" srcId="{2EC2CD48-BF0C-684B-8569-338D0888D891}" destId="{1D8C2209-A140-094B-9C2E-AB045EEDBA85}" srcOrd="0" destOrd="0" parTransId="{4CCEF929-2052-E54F-8CFD-C3B59B69E5EF}" sibTransId="{7F571924-1E50-2347-95F5-BBB41DD7A7C4}"/>
    <dgm:cxn modelId="{39BF2BA0-8347-9645-804F-F91845AB13F6}" type="presOf" srcId="{3BF6E109-FCEB-654C-8BBC-F26ECB303288}" destId="{D973FE71-0FF5-8A49-9786-1FFE865E009B}" srcOrd="0" destOrd="0" presId="urn:microsoft.com/office/officeart/2005/8/layout/orgChart1"/>
    <dgm:cxn modelId="{AF7530A3-B47B-8B4A-B195-E4F4D03EF315}" type="presOf" srcId="{C7A92FCF-1C76-7F46-96D2-F23E4A23BBC6}" destId="{6370943D-A924-F64F-BD53-A2034DA323CD}" srcOrd="1" destOrd="0" presId="urn:microsoft.com/office/officeart/2005/8/layout/orgChart1"/>
    <dgm:cxn modelId="{935763AA-5929-454A-851D-A3B4826C0DBC}" srcId="{1D8C2209-A140-094B-9C2E-AB045EEDBA85}" destId="{C709DAF7-043D-DB41-81E1-C28AFFCFA67E}" srcOrd="0" destOrd="0" parTransId="{A8A0CBB2-87B6-D74E-A5E1-EDB4F6D4F9CF}" sibTransId="{681AA438-F699-824E-A8C7-61084B0405FE}"/>
    <dgm:cxn modelId="{FD60E4AA-C4BD-2E4F-B8D7-B79B11858FA8}" type="presOf" srcId="{ADF153EB-C540-AF41-A9C8-B8785BD68F5C}" destId="{BED25451-9FE4-F94E-8CF8-145EC643B14C}" srcOrd="0" destOrd="0" presId="urn:microsoft.com/office/officeart/2005/8/layout/orgChart1"/>
    <dgm:cxn modelId="{B9335BBD-1B8B-4F4D-8421-C8BFFE0AC0D0}" srcId="{FAF789F6-E2B4-9C46-84EC-3AAB521E293F}" destId="{6F0176AC-B079-EF4B-A350-C386E5C5494C}" srcOrd="1" destOrd="0" parTransId="{82815B96-04F2-AF47-8ADF-B38732DCE8FD}" sibTransId="{0ECE7B26-5D86-C74D-8703-597AB88F615A}"/>
    <dgm:cxn modelId="{03E587D7-90DC-104D-AE48-989ECC8EDD4D}" srcId="{2EC2CD48-BF0C-684B-8569-338D0888D891}" destId="{C7A92FCF-1C76-7F46-96D2-F23E4A23BBC6}" srcOrd="1" destOrd="0" parTransId="{06F35F33-1EAF-3E4A-9957-2382D7B7B08D}" sibTransId="{E4DBF549-8CC7-1F46-BE55-C27E5F2DEA42}"/>
    <dgm:cxn modelId="{467802D8-393D-604D-844E-1943F8E67CC4}" type="presOf" srcId="{DBF2720C-7227-9C41-BD77-C0D3C0960410}" destId="{6731B3C6-EB87-DA49-8E12-7CCC7F6D3175}" srcOrd="0" destOrd="0" presId="urn:microsoft.com/office/officeart/2005/8/layout/orgChart1"/>
    <dgm:cxn modelId="{F7A964E3-A345-4547-A458-182BAADA860B}" type="presOf" srcId="{A8A0CBB2-87B6-D74E-A5E1-EDB4F6D4F9CF}" destId="{8A838D2D-F008-724C-8D68-084763AE8F3A}" srcOrd="0" destOrd="0" presId="urn:microsoft.com/office/officeart/2005/8/layout/orgChart1"/>
    <dgm:cxn modelId="{8545D8EA-46DF-3F4B-B3AA-E8DD13465F3C}" type="presOf" srcId="{C709DAF7-043D-DB41-81E1-C28AFFCFA67E}" destId="{0F3210A4-9DDC-6C48-8A0D-716EB534EC81}" srcOrd="1" destOrd="0" presId="urn:microsoft.com/office/officeart/2005/8/layout/orgChart1"/>
    <dgm:cxn modelId="{21F487EF-747F-8048-AB34-1FFB2E9A2EB0}" type="presOf" srcId="{82815B96-04F2-AF47-8ADF-B38732DCE8FD}" destId="{541B846B-2E66-1948-BAF6-38416468C02D}" srcOrd="0" destOrd="0" presId="urn:microsoft.com/office/officeart/2005/8/layout/orgChart1"/>
    <dgm:cxn modelId="{3A289EF1-79D2-484B-96F3-DB9787718430}" srcId="{3BF6E109-FCEB-654C-8BBC-F26ECB303288}" destId="{ADF153EB-C540-AF41-A9C8-B8785BD68F5C}" srcOrd="1" destOrd="0" parTransId="{B811B3AC-988E-6540-B5AE-CA2613B0E8FD}" sibTransId="{CED990F1-5D7E-BA4D-AA9E-72C618C37B1E}"/>
    <dgm:cxn modelId="{1EFCEAF3-52E8-CA41-8766-C04C9535C02F}" srcId="{3BF6E109-FCEB-654C-8BBC-F26ECB303288}" destId="{2EC2CD48-BF0C-684B-8569-338D0888D891}" srcOrd="0" destOrd="0" parTransId="{C05659F5-FCEE-004C-93D5-335F969E1CD2}" sibTransId="{6421ED73-8323-CA42-90B1-64112ABD6231}"/>
    <dgm:cxn modelId="{27B258FB-E33F-B941-8550-C8A3047EEC48}" type="presParOf" srcId="{D973FE71-0FF5-8A49-9786-1FFE865E009B}" destId="{82310A1D-3D06-0B4C-A8A8-0117CD24A061}" srcOrd="0" destOrd="0" presId="urn:microsoft.com/office/officeart/2005/8/layout/orgChart1"/>
    <dgm:cxn modelId="{1C9F726F-7302-CB47-9F65-F80BF44B0815}" type="presParOf" srcId="{82310A1D-3D06-0B4C-A8A8-0117CD24A061}" destId="{758A2EDA-B6AD-704E-92EF-4272DD6B8BB1}" srcOrd="0" destOrd="0" presId="urn:microsoft.com/office/officeart/2005/8/layout/orgChart1"/>
    <dgm:cxn modelId="{E81E1219-4DCF-164A-B7DA-96CEEDA7467F}" type="presParOf" srcId="{758A2EDA-B6AD-704E-92EF-4272DD6B8BB1}" destId="{376B24E3-1D40-0747-88B6-858EEC2B4A90}" srcOrd="0" destOrd="0" presId="urn:microsoft.com/office/officeart/2005/8/layout/orgChart1"/>
    <dgm:cxn modelId="{F39086CB-AD20-E44C-9B19-073E3962745F}" type="presParOf" srcId="{758A2EDA-B6AD-704E-92EF-4272DD6B8BB1}" destId="{97E94C1E-285C-E74F-8A5E-D60C3828AA50}" srcOrd="1" destOrd="0" presId="urn:microsoft.com/office/officeart/2005/8/layout/orgChart1"/>
    <dgm:cxn modelId="{1EE347FF-E0B4-7346-84CE-20D06A3C0451}" type="presParOf" srcId="{82310A1D-3D06-0B4C-A8A8-0117CD24A061}" destId="{5D670248-6354-654D-B542-FBEC2A2817E4}" srcOrd="1" destOrd="0" presId="urn:microsoft.com/office/officeart/2005/8/layout/orgChart1"/>
    <dgm:cxn modelId="{D2803616-5098-9B47-A405-CC6D85DF72EB}" type="presParOf" srcId="{5D670248-6354-654D-B542-FBEC2A2817E4}" destId="{A851F94B-9752-444A-8670-90B787264013}" srcOrd="0" destOrd="0" presId="urn:microsoft.com/office/officeart/2005/8/layout/orgChart1"/>
    <dgm:cxn modelId="{01ADCA84-F49D-FA4D-94D0-CF370627E0BA}" type="presParOf" srcId="{5D670248-6354-654D-B542-FBEC2A2817E4}" destId="{97713B23-9AFA-2140-993D-2021292EB3C3}" srcOrd="1" destOrd="0" presId="urn:microsoft.com/office/officeart/2005/8/layout/orgChart1"/>
    <dgm:cxn modelId="{E0B24514-32EB-7F48-B1C6-323E96FCA335}" type="presParOf" srcId="{97713B23-9AFA-2140-993D-2021292EB3C3}" destId="{42C606F7-07A3-9346-9B93-CF43AE77A521}" srcOrd="0" destOrd="0" presId="urn:microsoft.com/office/officeart/2005/8/layout/orgChart1"/>
    <dgm:cxn modelId="{2AE43E50-DBBE-BB47-A5A6-59F4D493B9A0}" type="presParOf" srcId="{42C606F7-07A3-9346-9B93-CF43AE77A521}" destId="{4B18F5F5-4A43-1445-9F4D-4608E1F01118}" srcOrd="0" destOrd="0" presId="urn:microsoft.com/office/officeart/2005/8/layout/orgChart1"/>
    <dgm:cxn modelId="{8446F7ED-C3D4-DE47-99D7-E3D6663E22EB}" type="presParOf" srcId="{42C606F7-07A3-9346-9B93-CF43AE77A521}" destId="{56F74241-2DB8-9B49-A275-F613605EFB33}" srcOrd="1" destOrd="0" presId="urn:microsoft.com/office/officeart/2005/8/layout/orgChart1"/>
    <dgm:cxn modelId="{6960D83F-D30A-AC4C-A3D3-F1C1D0BDC381}" type="presParOf" srcId="{97713B23-9AFA-2140-993D-2021292EB3C3}" destId="{302EEBBE-09C6-F84E-A1D3-F8804BED7988}" srcOrd="1" destOrd="0" presId="urn:microsoft.com/office/officeart/2005/8/layout/orgChart1"/>
    <dgm:cxn modelId="{B8A82EC2-4967-A84E-B83B-325214DBB4FF}" type="presParOf" srcId="{302EEBBE-09C6-F84E-A1D3-F8804BED7988}" destId="{8A838D2D-F008-724C-8D68-084763AE8F3A}" srcOrd="0" destOrd="0" presId="urn:microsoft.com/office/officeart/2005/8/layout/orgChart1"/>
    <dgm:cxn modelId="{9A88DAC3-A73F-7245-AA67-01597E03C4C3}" type="presParOf" srcId="{302EEBBE-09C6-F84E-A1D3-F8804BED7988}" destId="{632DCA6B-6EE1-A042-BF77-53A398DA1BD4}" srcOrd="1" destOrd="0" presId="urn:microsoft.com/office/officeart/2005/8/layout/orgChart1"/>
    <dgm:cxn modelId="{A211DD0E-2B01-6547-B089-D1D6C6FBAD87}" type="presParOf" srcId="{632DCA6B-6EE1-A042-BF77-53A398DA1BD4}" destId="{C3172B4F-6B87-6C4F-9CFF-6C4D6437201C}" srcOrd="0" destOrd="0" presId="urn:microsoft.com/office/officeart/2005/8/layout/orgChart1"/>
    <dgm:cxn modelId="{F14AE8D9-AB47-9A43-9BAE-1A8E50B66C37}" type="presParOf" srcId="{C3172B4F-6B87-6C4F-9CFF-6C4D6437201C}" destId="{698D8AC4-AB5A-B64A-B02E-7353197524AD}" srcOrd="0" destOrd="0" presId="urn:microsoft.com/office/officeart/2005/8/layout/orgChart1"/>
    <dgm:cxn modelId="{E7F76CBF-DED9-CE48-980B-7537423A385E}" type="presParOf" srcId="{C3172B4F-6B87-6C4F-9CFF-6C4D6437201C}" destId="{0F3210A4-9DDC-6C48-8A0D-716EB534EC81}" srcOrd="1" destOrd="0" presId="urn:microsoft.com/office/officeart/2005/8/layout/orgChart1"/>
    <dgm:cxn modelId="{E08DDF76-971C-154D-B8AC-5F7E11121E72}" type="presParOf" srcId="{632DCA6B-6EE1-A042-BF77-53A398DA1BD4}" destId="{88D8C780-3200-BD45-A11F-C36256038673}" srcOrd="1" destOrd="0" presId="urn:microsoft.com/office/officeart/2005/8/layout/orgChart1"/>
    <dgm:cxn modelId="{ECACC534-B3C4-C242-A49E-FF193CAB4CE0}" type="presParOf" srcId="{632DCA6B-6EE1-A042-BF77-53A398DA1BD4}" destId="{61B5B12D-19D4-1E43-869A-693B85195C73}" srcOrd="2" destOrd="0" presId="urn:microsoft.com/office/officeart/2005/8/layout/orgChart1"/>
    <dgm:cxn modelId="{5332B26C-DFA4-C042-A020-223218911759}" type="presParOf" srcId="{97713B23-9AFA-2140-993D-2021292EB3C3}" destId="{45BBF5A3-CCBE-A04D-A8BD-81D4CB7DF94B}" srcOrd="2" destOrd="0" presId="urn:microsoft.com/office/officeart/2005/8/layout/orgChart1"/>
    <dgm:cxn modelId="{23DC1834-E9C4-594A-A22C-2ABC470DAA03}" type="presParOf" srcId="{5D670248-6354-654D-B542-FBEC2A2817E4}" destId="{F9E1F204-E7B2-1849-9C33-B0FD3BFB7763}" srcOrd="2" destOrd="0" presId="urn:microsoft.com/office/officeart/2005/8/layout/orgChart1"/>
    <dgm:cxn modelId="{59E195C0-5506-AB4E-87D1-DD6491998E70}" type="presParOf" srcId="{5D670248-6354-654D-B542-FBEC2A2817E4}" destId="{73744207-01BF-9042-92E6-1119AE5BFC7B}" srcOrd="3" destOrd="0" presId="urn:microsoft.com/office/officeart/2005/8/layout/orgChart1"/>
    <dgm:cxn modelId="{8E346271-4883-5F4E-BA06-E9DE280429EA}" type="presParOf" srcId="{73744207-01BF-9042-92E6-1119AE5BFC7B}" destId="{D378C220-AE04-1A4A-8537-C767AC17D5EF}" srcOrd="0" destOrd="0" presId="urn:microsoft.com/office/officeart/2005/8/layout/orgChart1"/>
    <dgm:cxn modelId="{45B87B72-FAD9-7E49-B0C2-224851072C56}" type="presParOf" srcId="{D378C220-AE04-1A4A-8537-C767AC17D5EF}" destId="{6F0C9747-E1D7-F94A-B195-E064B018EA0A}" srcOrd="0" destOrd="0" presId="urn:microsoft.com/office/officeart/2005/8/layout/orgChart1"/>
    <dgm:cxn modelId="{EC448017-EADF-4045-B692-FD10461EBCF9}" type="presParOf" srcId="{D378C220-AE04-1A4A-8537-C767AC17D5EF}" destId="{6370943D-A924-F64F-BD53-A2034DA323CD}" srcOrd="1" destOrd="0" presId="urn:microsoft.com/office/officeart/2005/8/layout/orgChart1"/>
    <dgm:cxn modelId="{B051BAF3-2279-054A-8BFD-A89FD31414D1}" type="presParOf" srcId="{73744207-01BF-9042-92E6-1119AE5BFC7B}" destId="{00118B70-99F9-0749-8262-841584DC8581}" srcOrd="1" destOrd="0" presId="urn:microsoft.com/office/officeart/2005/8/layout/orgChart1"/>
    <dgm:cxn modelId="{0A349483-86F0-D048-B415-A41EB577CC25}" type="presParOf" srcId="{00118B70-99F9-0749-8262-841584DC8581}" destId="{C465DE40-7C3D-164C-A0B2-F7BE0EE17EF9}" srcOrd="0" destOrd="0" presId="urn:microsoft.com/office/officeart/2005/8/layout/orgChart1"/>
    <dgm:cxn modelId="{74C17F1F-BACF-AD49-ADCA-3A3102D356EA}" type="presParOf" srcId="{00118B70-99F9-0749-8262-841584DC8581}" destId="{8F2D2768-34AA-884C-A4C4-9226077D8ED3}" srcOrd="1" destOrd="0" presId="urn:microsoft.com/office/officeart/2005/8/layout/orgChart1"/>
    <dgm:cxn modelId="{21294164-6BCE-8441-9B5C-11C85F0A67D2}" type="presParOf" srcId="{8F2D2768-34AA-884C-A4C4-9226077D8ED3}" destId="{3AEC27D0-7C78-994E-B9C1-D19BA944EF67}" srcOrd="0" destOrd="0" presId="urn:microsoft.com/office/officeart/2005/8/layout/orgChart1"/>
    <dgm:cxn modelId="{C3AF2AA3-ED01-7643-89D3-E503367571BE}" type="presParOf" srcId="{3AEC27D0-7C78-994E-B9C1-D19BA944EF67}" destId="{6731B3C6-EB87-DA49-8E12-7CCC7F6D3175}" srcOrd="0" destOrd="0" presId="urn:microsoft.com/office/officeart/2005/8/layout/orgChart1"/>
    <dgm:cxn modelId="{578956E0-6A9E-5D4E-9934-BB70C41827B7}" type="presParOf" srcId="{3AEC27D0-7C78-994E-B9C1-D19BA944EF67}" destId="{EADABD03-D496-4A4D-8E11-408446D9B824}" srcOrd="1" destOrd="0" presId="urn:microsoft.com/office/officeart/2005/8/layout/orgChart1"/>
    <dgm:cxn modelId="{E5585F23-9BD4-CE49-865D-A04F9FA8A8BB}" type="presParOf" srcId="{8F2D2768-34AA-884C-A4C4-9226077D8ED3}" destId="{CBCB8647-334E-5647-8B1D-E557C76294EF}" srcOrd="1" destOrd="0" presId="urn:microsoft.com/office/officeart/2005/8/layout/orgChart1"/>
    <dgm:cxn modelId="{A5E66C0F-12DA-AC45-9BC6-E10B947C06DB}" type="presParOf" srcId="{8F2D2768-34AA-884C-A4C4-9226077D8ED3}" destId="{428F5347-DAC3-804A-A060-AF6D8A053DDE}" srcOrd="2" destOrd="0" presId="urn:microsoft.com/office/officeart/2005/8/layout/orgChart1"/>
    <dgm:cxn modelId="{34A7A5CF-686D-F94C-9C1B-FC5251DCF973}" type="presParOf" srcId="{73744207-01BF-9042-92E6-1119AE5BFC7B}" destId="{EE955621-4D14-2947-A8F1-E54BBA114AF3}" srcOrd="2" destOrd="0" presId="urn:microsoft.com/office/officeart/2005/8/layout/orgChart1"/>
    <dgm:cxn modelId="{4F69DED9-012D-8B4F-B749-42FD1FEF5A14}" type="presParOf" srcId="{5D670248-6354-654D-B542-FBEC2A2817E4}" destId="{B5B8835E-8137-2540-A2A9-BB9602BC446A}" srcOrd="4" destOrd="0" presId="urn:microsoft.com/office/officeart/2005/8/layout/orgChart1"/>
    <dgm:cxn modelId="{4C3047C5-EFA9-BE4C-8128-2CD3EC60699B}" type="presParOf" srcId="{5D670248-6354-654D-B542-FBEC2A2817E4}" destId="{12A4A13A-7484-BF44-A0FC-469D17099E7D}" srcOrd="5" destOrd="0" presId="urn:microsoft.com/office/officeart/2005/8/layout/orgChart1"/>
    <dgm:cxn modelId="{5B227EF5-B454-7C49-89B2-9132A8DA4749}" type="presParOf" srcId="{12A4A13A-7484-BF44-A0FC-469D17099E7D}" destId="{02E0B732-44C9-654A-8AB2-089E90CA6C8B}" srcOrd="0" destOrd="0" presId="urn:microsoft.com/office/officeart/2005/8/layout/orgChart1"/>
    <dgm:cxn modelId="{3197ED07-10F9-AE43-8985-1F35FD4E4D1C}" type="presParOf" srcId="{02E0B732-44C9-654A-8AB2-089E90CA6C8B}" destId="{CE65EFB1-BB6C-074D-A13B-08A9FE5281E7}" srcOrd="0" destOrd="0" presId="urn:microsoft.com/office/officeart/2005/8/layout/orgChart1"/>
    <dgm:cxn modelId="{808ED78D-A560-0D4B-AE46-8F1894BFC5CA}" type="presParOf" srcId="{02E0B732-44C9-654A-8AB2-089E90CA6C8B}" destId="{97709640-DB6E-9240-9638-B8D1F07D860A}" srcOrd="1" destOrd="0" presId="urn:microsoft.com/office/officeart/2005/8/layout/orgChart1"/>
    <dgm:cxn modelId="{BBB232D4-D2CE-A24C-97C6-790F5674B9B2}" type="presParOf" srcId="{12A4A13A-7484-BF44-A0FC-469D17099E7D}" destId="{34008BDB-9286-DF40-AF15-1E5855A1F0C8}" srcOrd="1" destOrd="0" presId="urn:microsoft.com/office/officeart/2005/8/layout/orgChart1"/>
    <dgm:cxn modelId="{44C49F78-9381-4348-AD2F-8EC7B99DBAE6}" type="presParOf" srcId="{34008BDB-9286-DF40-AF15-1E5855A1F0C8}" destId="{85F6DB8D-A8A1-8944-B998-F8C862C2C270}" srcOrd="0" destOrd="0" presId="urn:microsoft.com/office/officeart/2005/8/layout/orgChart1"/>
    <dgm:cxn modelId="{D8253F31-3669-354E-88AA-7614492AC8EB}" type="presParOf" srcId="{34008BDB-9286-DF40-AF15-1E5855A1F0C8}" destId="{5898A6C7-E5A6-2741-B0F7-A2200A600014}" srcOrd="1" destOrd="0" presId="urn:microsoft.com/office/officeart/2005/8/layout/orgChart1"/>
    <dgm:cxn modelId="{08FBF305-567C-9F4C-9288-F83D256EE546}" type="presParOf" srcId="{5898A6C7-E5A6-2741-B0F7-A2200A600014}" destId="{F0922E80-C2AB-5A43-807C-F51988420CE3}" srcOrd="0" destOrd="0" presId="urn:microsoft.com/office/officeart/2005/8/layout/orgChart1"/>
    <dgm:cxn modelId="{44A78DDB-EB91-CD49-B942-0D6E9AC1078F}" type="presParOf" srcId="{F0922E80-C2AB-5A43-807C-F51988420CE3}" destId="{22E6F36A-105D-184B-8E6B-8722459CF317}" srcOrd="0" destOrd="0" presId="urn:microsoft.com/office/officeart/2005/8/layout/orgChart1"/>
    <dgm:cxn modelId="{56D18D9A-3CE6-B549-B572-11A84F08FA9A}" type="presParOf" srcId="{F0922E80-C2AB-5A43-807C-F51988420CE3}" destId="{B528AEEA-5670-5E4B-948C-772D96A77BF1}" srcOrd="1" destOrd="0" presId="urn:microsoft.com/office/officeart/2005/8/layout/orgChart1"/>
    <dgm:cxn modelId="{BDA1F37A-165B-9847-A9A4-8D70C99D306F}" type="presParOf" srcId="{5898A6C7-E5A6-2741-B0F7-A2200A600014}" destId="{3DC5B84A-7F6C-6D47-8698-88681CD1B6B8}" srcOrd="1" destOrd="0" presId="urn:microsoft.com/office/officeart/2005/8/layout/orgChart1"/>
    <dgm:cxn modelId="{93D13D0B-4C42-4046-A007-AAFD3A32F8A8}" type="presParOf" srcId="{5898A6C7-E5A6-2741-B0F7-A2200A600014}" destId="{372D540F-A999-AD47-B14D-1C4CDAAC945E}" srcOrd="2" destOrd="0" presId="urn:microsoft.com/office/officeart/2005/8/layout/orgChart1"/>
    <dgm:cxn modelId="{1632BBE9-3733-9D45-B206-BCE0C3065F22}" type="presParOf" srcId="{34008BDB-9286-DF40-AF15-1E5855A1F0C8}" destId="{541B846B-2E66-1948-BAF6-38416468C02D}" srcOrd="2" destOrd="0" presId="urn:microsoft.com/office/officeart/2005/8/layout/orgChart1"/>
    <dgm:cxn modelId="{0FDD4CDB-2A57-8044-A46E-EA54BC41A9C7}" type="presParOf" srcId="{34008BDB-9286-DF40-AF15-1E5855A1F0C8}" destId="{20A4A40B-B3C8-6D44-B747-AF3B83C1FA9C}" srcOrd="3" destOrd="0" presId="urn:microsoft.com/office/officeart/2005/8/layout/orgChart1"/>
    <dgm:cxn modelId="{D22AFFFE-BD87-9C40-8342-E51091720618}" type="presParOf" srcId="{20A4A40B-B3C8-6D44-B747-AF3B83C1FA9C}" destId="{87B112C9-E7C1-B049-9782-F565BE2CC762}" srcOrd="0" destOrd="0" presId="urn:microsoft.com/office/officeart/2005/8/layout/orgChart1"/>
    <dgm:cxn modelId="{A306F6C6-8855-1542-B722-5B3A02D52F4F}" type="presParOf" srcId="{87B112C9-E7C1-B049-9782-F565BE2CC762}" destId="{E228A31E-0582-2D47-A8EF-FF577F62C5A2}" srcOrd="0" destOrd="0" presId="urn:microsoft.com/office/officeart/2005/8/layout/orgChart1"/>
    <dgm:cxn modelId="{97AA1117-8E49-914F-8265-26BFF3D17FAB}" type="presParOf" srcId="{87B112C9-E7C1-B049-9782-F565BE2CC762}" destId="{286482E2-6F1A-7E44-94E6-354E723DBEE9}" srcOrd="1" destOrd="0" presId="urn:microsoft.com/office/officeart/2005/8/layout/orgChart1"/>
    <dgm:cxn modelId="{03568AE6-566E-A64C-8372-F213AE990C92}" type="presParOf" srcId="{20A4A40B-B3C8-6D44-B747-AF3B83C1FA9C}" destId="{614950E1-8DDF-4E4A-9E50-209A5D2EC08D}" srcOrd="1" destOrd="0" presId="urn:microsoft.com/office/officeart/2005/8/layout/orgChart1"/>
    <dgm:cxn modelId="{EBCBC8B4-EB96-1D48-AA43-9B1C9458F83E}" type="presParOf" srcId="{20A4A40B-B3C8-6D44-B747-AF3B83C1FA9C}" destId="{CCA327E7-B95D-854F-AC56-E9B24799D8DD}" srcOrd="2" destOrd="0" presId="urn:microsoft.com/office/officeart/2005/8/layout/orgChart1"/>
    <dgm:cxn modelId="{88CCF58B-F472-4A45-A45D-58AF15BB36EC}" type="presParOf" srcId="{12A4A13A-7484-BF44-A0FC-469D17099E7D}" destId="{CD507CD2-06D9-7548-846A-8EBF5E179E54}" srcOrd="2" destOrd="0" presId="urn:microsoft.com/office/officeart/2005/8/layout/orgChart1"/>
    <dgm:cxn modelId="{F8AF3223-0E0E-3447-B6C1-E6CDA41367B9}" type="presParOf" srcId="{82310A1D-3D06-0B4C-A8A8-0117CD24A061}" destId="{BD5CA6D4-BEE8-B547-A343-B48FB145BEA8}" srcOrd="2" destOrd="0" presId="urn:microsoft.com/office/officeart/2005/8/layout/orgChart1"/>
    <dgm:cxn modelId="{68E30142-31C0-7A4F-9EFB-7BBAE1CFB275}" type="presParOf" srcId="{D973FE71-0FF5-8A49-9786-1FFE865E009B}" destId="{08663E45-23BB-8442-8C1B-547D13A922E4}" srcOrd="1" destOrd="0" presId="urn:microsoft.com/office/officeart/2005/8/layout/orgChart1"/>
    <dgm:cxn modelId="{F02151B7-9635-D847-8467-5F9461754FF6}" type="presParOf" srcId="{08663E45-23BB-8442-8C1B-547D13A922E4}" destId="{C346BDC2-5BAF-1A48-9193-B43B4E9742C3}" srcOrd="0" destOrd="0" presId="urn:microsoft.com/office/officeart/2005/8/layout/orgChart1"/>
    <dgm:cxn modelId="{28B9155A-EEA6-B445-9B1B-824AA2791518}" type="presParOf" srcId="{C346BDC2-5BAF-1A48-9193-B43B4E9742C3}" destId="{BED25451-9FE4-F94E-8CF8-145EC643B14C}" srcOrd="0" destOrd="0" presId="urn:microsoft.com/office/officeart/2005/8/layout/orgChart1"/>
    <dgm:cxn modelId="{834A3CBC-3D6D-BF46-8056-7EE19F084D40}" type="presParOf" srcId="{C346BDC2-5BAF-1A48-9193-B43B4E9742C3}" destId="{5816E467-01E6-344E-8AB3-2EA88B17D68D}" srcOrd="1" destOrd="0" presId="urn:microsoft.com/office/officeart/2005/8/layout/orgChart1"/>
    <dgm:cxn modelId="{8D4954E3-2498-F041-9545-D6A1A52B470B}" type="presParOf" srcId="{08663E45-23BB-8442-8C1B-547D13A922E4}" destId="{19C80DDA-4F0A-7947-9BCC-71E2EDCA87EE}" srcOrd="1" destOrd="0" presId="urn:microsoft.com/office/officeart/2005/8/layout/orgChart1"/>
    <dgm:cxn modelId="{38F15263-FCD0-0B47-AC5C-EB367ECDAE22}" type="presParOf" srcId="{19C80DDA-4F0A-7947-9BCC-71E2EDCA87EE}" destId="{0694422C-CF9A-C34A-B079-FCF342B8D7AD}" srcOrd="0" destOrd="0" presId="urn:microsoft.com/office/officeart/2005/8/layout/orgChart1"/>
    <dgm:cxn modelId="{47F180D6-BB77-214C-87FF-C0E7892166D7}" type="presParOf" srcId="{19C80DDA-4F0A-7947-9BCC-71E2EDCA87EE}" destId="{8EAA9A1F-FA14-9842-8FCD-4EB726E53F7E}" srcOrd="1" destOrd="0" presId="urn:microsoft.com/office/officeart/2005/8/layout/orgChart1"/>
    <dgm:cxn modelId="{AB4DA918-29E9-C341-8B2B-4BA384A2EEDA}" type="presParOf" srcId="{8EAA9A1F-FA14-9842-8FCD-4EB726E53F7E}" destId="{2CEABCE8-26F9-3745-AD8E-D751B7025A5C}" srcOrd="0" destOrd="0" presId="urn:microsoft.com/office/officeart/2005/8/layout/orgChart1"/>
    <dgm:cxn modelId="{E3F6ACCF-FEB5-9641-BA96-04ACF29D9E18}" type="presParOf" srcId="{2CEABCE8-26F9-3745-AD8E-D751B7025A5C}" destId="{30AF601B-0D18-3C4C-A3DC-DB6952C72336}" srcOrd="0" destOrd="0" presId="urn:microsoft.com/office/officeart/2005/8/layout/orgChart1"/>
    <dgm:cxn modelId="{64E3A2C8-CB35-464F-A716-183AA8077E17}" type="presParOf" srcId="{2CEABCE8-26F9-3745-AD8E-D751B7025A5C}" destId="{13677C4E-1666-8347-BAF5-A5C31874FA8F}" srcOrd="1" destOrd="0" presId="urn:microsoft.com/office/officeart/2005/8/layout/orgChart1"/>
    <dgm:cxn modelId="{7F6DA09D-2C7B-1143-97C7-46F9C176FC64}" type="presParOf" srcId="{8EAA9A1F-FA14-9842-8FCD-4EB726E53F7E}" destId="{4E1A0BB2-5ABF-4D43-AA88-A4E23DA5BCE4}" srcOrd="1" destOrd="0" presId="urn:microsoft.com/office/officeart/2005/8/layout/orgChart1"/>
    <dgm:cxn modelId="{572DFA81-DF13-244A-AC73-05423B0379FE}" type="presParOf" srcId="{8EAA9A1F-FA14-9842-8FCD-4EB726E53F7E}" destId="{859E3F75-1DAE-264D-81BF-DCA3ED6AC0C5}" srcOrd="2" destOrd="0" presId="urn:microsoft.com/office/officeart/2005/8/layout/orgChart1"/>
    <dgm:cxn modelId="{76926BE4-E7E3-DD41-A092-DE4AA64AE250}" type="presParOf" srcId="{19C80DDA-4F0A-7947-9BCC-71E2EDCA87EE}" destId="{BFBA5D45-7625-6845-9C56-4922A21599EE}" srcOrd="2" destOrd="0" presId="urn:microsoft.com/office/officeart/2005/8/layout/orgChart1"/>
    <dgm:cxn modelId="{552ABA52-2E55-8E4F-9803-15BC972CFFA4}" type="presParOf" srcId="{19C80DDA-4F0A-7947-9BCC-71E2EDCA87EE}" destId="{548B045F-90A7-F14E-8E0C-F1B89BB670CF}" srcOrd="3" destOrd="0" presId="urn:microsoft.com/office/officeart/2005/8/layout/orgChart1"/>
    <dgm:cxn modelId="{8A6C4C12-A096-614A-8569-93F349F3B46A}" type="presParOf" srcId="{548B045F-90A7-F14E-8E0C-F1B89BB670CF}" destId="{0204430C-B16F-744A-B124-5A13394F250C}" srcOrd="0" destOrd="0" presId="urn:microsoft.com/office/officeart/2005/8/layout/orgChart1"/>
    <dgm:cxn modelId="{752797F9-690C-BE4D-A578-E948D3E0C058}" type="presParOf" srcId="{0204430C-B16F-744A-B124-5A13394F250C}" destId="{1D869F1E-A3A2-744E-9E9A-7130AEC153CF}" srcOrd="0" destOrd="0" presId="urn:microsoft.com/office/officeart/2005/8/layout/orgChart1"/>
    <dgm:cxn modelId="{3800116C-1E9E-E04A-834E-0715D5DF05E5}" type="presParOf" srcId="{0204430C-B16F-744A-B124-5A13394F250C}" destId="{A304C4A4-0E17-9F4C-A17F-F4DBCD6A68A5}" srcOrd="1" destOrd="0" presId="urn:microsoft.com/office/officeart/2005/8/layout/orgChart1"/>
    <dgm:cxn modelId="{DFCEA8FC-8F9E-7844-8E60-9DE4F8F67CDE}" type="presParOf" srcId="{548B045F-90A7-F14E-8E0C-F1B89BB670CF}" destId="{AA6FB4BA-9ACD-D947-A92F-2CD784E06273}" srcOrd="1" destOrd="0" presId="urn:microsoft.com/office/officeart/2005/8/layout/orgChart1"/>
    <dgm:cxn modelId="{5FBFED2A-D0AF-0A42-96D0-B9A484EB7185}" type="presParOf" srcId="{548B045F-90A7-F14E-8E0C-F1B89BB670CF}" destId="{0EC65735-AE3E-C749-8633-9201B5545AB3}" srcOrd="2" destOrd="0" presId="urn:microsoft.com/office/officeart/2005/8/layout/orgChart1"/>
    <dgm:cxn modelId="{963D6073-90FD-574F-86EC-6DC7039352F1}" type="presParOf" srcId="{08663E45-23BB-8442-8C1B-547D13A922E4}" destId="{A670F657-F78B-084E-B60D-D033881B09F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902F14-591D-5647-AC92-64AFF8A4FAEB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FDD172-01DA-5648-9A90-A91CE2F38D79}">
      <dgm:prSet phldrT="[Text]" custT="1"/>
      <dgm:spPr/>
      <dgm:t>
        <a:bodyPr/>
        <a:lstStyle/>
        <a:p>
          <a:r>
            <a:rPr lang="en-US" sz="1600" dirty="0"/>
            <a:t>Exclusive breastfeeding (62%)</a:t>
          </a:r>
        </a:p>
      </dgm:t>
    </dgm:pt>
    <dgm:pt modelId="{8E7156E1-7073-9049-AA81-B6C5485579B5}" type="parTrans" cxnId="{76010462-93A9-6A42-A1B2-E687C70F76F0}">
      <dgm:prSet/>
      <dgm:spPr/>
      <dgm:t>
        <a:bodyPr/>
        <a:lstStyle/>
        <a:p>
          <a:endParaRPr lang="en-US" sz="3600"/>
        </a:p>
      </dgm:t>
    </dgm:pt>
    <dgm:pt modelId="{72A63417-34C2-5A4E-BAFC-C2FE6B31FF70}" type="sibTrans" cxnId="{76010462-93A9-6A42-A1B2-E687C70F76F0}">
      <dgm:prSet/>
      <dgm:spPr/>
      <dgm:t>
        <a:bodyPr/>
        <a:lstStyle/>
        <a:p>
          <a:endParaRPr lang="en-US" sz="3600"/>
        </a:p>
      </dgm:t>
    </dgm:pt>
    <dgm:pt modelId="{CFB06F1C-CAA3-E745-A66C-AF55C1CE1553}">
      <dgm:prSet phldrT="[Text]" custT="1"/>
      <dgm:spPr/>
      <dgm:t>
        <a:bodyPr/>
        <a:lstStyle/>
        <a:p>
          <a:r>
            <a:rPr lang="en-US" sz="1600" dirty="0"/>
            <a:t>Exclusive formula (15%)</a:t>
          </a:r>
        </a:p>
      </dgm:t>
    </dgm:pt>
    <dgm:pt modelId="{39441F3C-445F-C946-97D8-970F29B5C083}" type="parTrans" cxnId="{D277FDC3-97B5-D64F-AC9E-6351A99D75DE}">
      <dgm:prSet/>
      <dgm:spPr/>
      <dgm:t>
        <a:bodyPr/>
        <a:lstStyle/>
        <a:p>
          <a:endParaRPr lang="en-US" sz="3600"/>
        </a:p>
      </dgm:t>
    </dgm:pt>
    <dgm:pt modelId="{7BF72939-7F71-8E40-A720-A53AF34BB846}" type="sibTrans" cxnId="{D277FDC3-97B5-D64F-AC9E-6351A99D75DE}">
      <dgm:prSet/>
      <dgm:spPr/>
      <dgm:t>
        <a:bodyPr/>
        <a:lstStyle/>
        <a:p>
          <a:endParaRPr lang="en-US" sz="3600"/>
        </a:p>
      </dgm:t>
    </dgm:pt>
    <dgm:pt modelId="{254E024A-FA3D-8F48-ACA6-B643435893AC}">
      <dgm:prSet phldrT="[Text]" custT="1"/>
      <dgm:spPr/>
      <dgm:t>
        <a:bodyPr/>
        <a:lstStyle/>
        <a:p>
          <a:r>
            <a:rPr lang="en-US" sz="1600" dirty="0"/>
            <a:t>Exclusive breastfeeding (1%)</a:t>
          </a:r>
        </a:p>
      </dgm:t>
    </dgm:pt>
    <dgm:pt modelId="{FE75841B-B36D-A64B-A717-4F8AC7DF3BA3}" type="parTrans" cxnId="{24A31A24-05C0-B64F-A98B-8549F26756BB}">
      <dgm:prSet/>
      <dgm:spPr/>
      <dgm:t>
        <a:bodyPr/>
        <a:lstStyle/>
        <a:p>
          <a:endParaRPr lang="en-US" sz="3600"/>
        </a:p>
      </dgm:t>
    </dgm:pt>
    <dgm:pt modelId="{6E36711A-9176-8144-9927-44CDB7079F4C}" type="sibTrans" cxnId="{24A31A24-05C0-B64F-A98B-8549F26756BB}">
      <dgm:prSet/>
      <dgm:spPr/>
      <dgm:t>
        <a:bodyPr/>
        <a:lstStyle/>
        <a:p>
          <a:endParaRPr lang="en-US" sz="3600"/>
        </a:p>
      </dgm:t>
    </dgm:pt>
    <dgm:pt modelId="{A1FE2F27-1BDB-4948-8494-83D58BDBCEAE}">
      <dgm:prSet phldrT="[Text]" custT="1"/>
      <dgm:spPr/>
      <dgm:t>
        <a:bodyPr/>
        <a:lstStyle/>
        <a:p>
          <a:r>
            <a:rPr lang="en-US" sz="1600" dirty="0"/>
            <a:t>A mix (22%)</a:t>
          </a:r>
        </a:p>
      </dgm:t>
    </dgm:pt>
    <dgm:pt modelId="{563C68DC-C216-B045-870C-45E32AB93600}" type="parTrans" cxnId="{58884191-B7AA-1945-A18C-13744E01625F}">
      <dgm:prSet/>
      <dgm:spPr/>
      <dgm:t>
        <a:bodyPr/>
        <a:lstStyle/>
        <a:p>
          <a:endParaRPr lang="en-US" sz="3600"/>
        </a:p>
      </dgm:t>
    </dgm:pt>
    <dgm:pt modelId="{21B357D0-9B05-FA48-A5B8-AA9B8D9EBA56}" type="sibTrans" cxnId="{58884191-B7AA-1945-A18C-13744E01625F}">
      <dgm:prSet/>
      <dgm:spPr/>
      <dgm:t>
        <a:bodyPr/>
        <a:lstStyle/>
        <a:p>
          <a:endParaRPr lang="en-US" sz="3600"/>
        </a:p>
      </dgm:t>
    </dgm:pt>
    <dgm:pt modelId="{CE8977A7-710F-4942-8282-DB7F709069CE}">
      <dgm:prSet phldrT="[Text]" custT="1"/>
      <dgm:spPr/>
      <dgm:t>
        <a:bodyPr/>
        <a:lstStyle/>
        <a:p>
          <a:r>
            <a:rPr lang="en-US" sz="1600" dirty="0"/>
            <a:t>Formula </a:t>
          </a:r>
        </a:p>
        <a:p>
          <a:r>
            <a:rPr lang="en-US" sz="1600" dirty="0"/>
            <a:t>(4%)</a:t>
          </a:r>
        </a:p>
      </dgm:t>
    </dgm:pt>
    <dgm:pt modelId="{04B6D7A0-634A-3C4D-B74E-EC261A438904}" type="parTrans" cxnId="{4FBBA595-3A36-6E4D-9909-3B9BA1E64FCB}">
      <dgm:prSet/>
      <dgm:spPr/>
      <dgm:t>
        <a:bodyPr/>
        <a:lstStyle/>
        <a:p>
          <a:endParaRPr lang="en-US" sz="3600"/>
        </a:p>
      </dgm:t>
    </dgm:pt>
    <dgm:pt modelId="{CDD99D19-F94B-D541-A313-39A138341021}" type="sibTrans" cxnId="{4FBBA595-3A36-6E4D-9909-3B9BA1E64FCB}">
      <dgm:prSet/>
      <dgm:spPr/>
      <dgm:t>
        <a:bodyPr/>
        <a:lstStyle/>
        <a:p>
          <a:endParaRPr lang="en-US" sz="3600"/>
        </a:p>
      </dgm:t>
    </dgm:pt>
    <dgm:pt modelId="{66BA48FD-6C52-2946-8905-F0EB26F0CDB2}">
      <dgm:prSet phldrT="[Text]" custT="1"/>
      <dgm:spPr/>
      <dgm:t>
        <a:bodyPr/>
        <a:lstStyle/>
        <a:p>
          <a:r>
            <a:rPr lang="en-US" sz="1600" dirty="0"/>
            <a:t>A Mix </a:t>
          </a:r>
        </a:p>
        <a:p>
          <a:r>
            <a:rPr lang="en-US" sz="1600" dirty="0"/>
            <a:t>(8%)</a:t>
          </a:r>
        </a:p>
      </dgm:t>
    </dgm:pt>
    <dgm:pt modelId="{4A1D3CA7-9562-8944-852D-A2F6FB560535}" type="parTrans" cxnId="{9505D4C6-B953-4B47-BCB1-729D9D990155}">
      <dgm:prSet/>
      <dgm:spPr/>
      <dgm:t>
        <a:bodyPr/>
        <a:lstStyle/>
        <a:p>
          <a:endParaRPr lang="en-US" sz="3600"/>
        </a:p>
      </dgm:t>
    </dgm:pt>
    <dgm:pt modelId="{0CFA736A-3F55-CB4C-A569-AAA1D813A95E}" type="sibTrans" cxnId="{9505D4C6-B953-4B47-BCB1-729D9D990155}">
      <dgm:prSet/>
      <dgm:spPr/>
      <dgm:t>
        <a:bodyPr/>
        <a:lstStyle/>
        <a:p>
          <a:endParaRPr lang="en-US" sz="3600"/>
        </a:p>
      </dgm:t>
    </dgm:pt>
    <dgm:pt modelId="{D269E8DF-2017-2843-B3D2-AFDF8C66290A}">
      <dgm:prSet phldrT="[Text]" custT="1"/>
      <dgm:spPr/>
      <dgm:t>
        <a:bodyPr/>
        <a:lstStyle/>
        <a:p>
          <a:r>
            <a:rPr lang="en-US" sz="1600" dirty="0"/>
            <a:t>Exclusive breastfeeding (50%)</a:t>
          </a:r>
        </a:p>
      </dgm:t>
    </dgm:pt>
    <dgm:pt modelId="{9878E4B9-352C-3D41-B14C-CED51D02872C}" type="parTrans" cxnId="{41539900-379D-F245-A489-3DBA4E09DE9B}">
      <dgm:prSet/>
      <dgm:spPr/>
      <dgm:t>
        <a:bodyPr/>
        <a:lstStyle/>
        <a:p>
          <a:endParaRPr lang="en-US" sz="3600"/>
        </a:p>
      </dgm:t>
    </dgm:pt>
    <dgm:pt modelId="{BD2101C0-82EA-1249-A073-B6D8816CB0E5}" type="sibTrans" cxnId="{41539900-379D-F245-A489-3DBA4E09DE9B}">
      <dgm:prSet/>
      <dgm:spPr/>
      <dgm:t>
        <a:bodyPr/>
        <a:lstStyle/>
        <a:p>
          <a:endParaRPr lang="en-US" sz="3600"/>
        </a:p>
      </dgm:t>
    </dgm:pt>
    <dgm:pt modelId="{92113EC9-4888-2D43-8FA6-0C6432049756}">
      <dgm:prSet phldrT="[Text]" custT="1"/>
      <dgm:spPr/>
      <dgm:t>
        <a:bodyPr/>
        <a:lstStyle/>
        <a:p>
          <a:r>
            <a:rPr lang="en-US" sz="1600" dirty="0"/>
            <a:t>Exclusive breastfeeding (9%)</a:t>
          </a:r>
        </a:p>
      </dgm:t>
    </dgm:pt>
    <dgm:pt modelId="{7B26563B-DBC7-BC48-8D22-94FAF4AD6A23}" type="parTrans" cxnId="{0B81D965-86E6-6544-98D8-9D63B7B2AB6D}">
      <dgm:prSet/>
      <dgm:spPr/>
      <dgm:t>
        <a:bodyPr/>
        <a:lstStyle/>
        <a:p>
          <a:endParaRPr lang="en-US" sz="3600"/>
        </a:p>
      </dgm:t>
    </dgm:pt>
    <dgm:pt modelId="{A907903D-B99A-EE4B-A84E-86607A6DEB91}" type="sibTrans" cxnId="{0B81D965-86E6-6544-98D8-9D63B7B2AB6D}">
      <dgm:prSet/>
      <dgm:spPr/>
      <dgm:t>
        <a:bodyPr/>
        <a:lstStyle/>
        <a:p>
          <a:endParaRPr lang="en-US" sz="3600"/>
        </a:p>
      </dgm:t>
    </dgm:pt>
    <dgm:pt modelId="{E99E7294-A4F8-ED45-8A09-1FF667800FEF}">
      <dgm:prSet phldrT="[Text]" custT="1"/>
      <dgm:spPr/>
      <dgm:t>
        <a:bodyPr/>
        <a:lstStyle/>
        <a:p>
          <a:r>
            <a:rPr lang="en-US" sz="1600" dirty="0"/>
            <a:t>Exclusive breastfeeding (6%)</a:t>
          </a:r>
        </a:p>
      </dgm:t>
    </dgm:pt>
    <dgm:pt modelId="{A7090479-A2DE-5F40-8B92-A9641D025BE7}" type="parTrans" cxnId="{5BD6ADA2-4291-FA45-AFB3-4D13E495FC95}">
      <dgm:prSet/>
      <dgm:spPr/>
      <dgm:t>
        <a:bodyPr/>
        <a:lstStyle/>
        <a:p>
          <a:endParaRPr lang="en-US" sz="3600"/>
        </a:p>
      </dgm:t>
    </dgm:pt>
    <dgm:pt modelId="{A144A738-A741-7649-9990-3416A490A126}" type="sibTrans" cxnId="{5BD6ADA2-4291-FA45-AFB3-4D13E495FC95}">
      <dgm:prSet/>
      <dgm:spPr/>
      <dgm:t>
        <a:bodyPr/>
        <a:lstStyle/>
        <a:p>
          <a:endParaRPr lang="en-US" sz="3600"/>
        </a:p>
      </dgm:t>
    </dgm:pt>
    <dgm:pt modelId="{D71903FD-0C9B-4642-92AD-16403929322B}">
      <dgm:prSet phldrT="[Text]" custT="1"/>
      <dgm:spPr/>
      <dgm:t>
        <a:bodyPr/>
        <a:lstStyle/>
        <a:p>
          <a:r>
            <a:rPr lang="en-US" sz="1600" dirty="0"/>
            <a:t>Exclusive breastfeeding (&lt;1%)</a:t>
          </a:r>
        </a:p>
      </dgm:t>
    </dgm:pt>
    <dgm:pt modelId="{F890A608-3131-A74C-A7B3-7D4D0B3425AD}" type="parTrans" cxnId="{66887FC3-C7F1-004A-BE69-F90E9401BC6A}">
      <dgm:prSet/>
      <dgm:spPr/>
      <dgm:t>
        <a:bodyPr/>
        <a:lstStyle/>
        <a:p>
          <a:endParaRPr lang="en-US" sz="3600"/>
        </a:p>
      </dgm:t>
    </dgm:pt>
    <dgm:pt modelId="{E4D4DD62-AB8B-094D-AC5E-0C291EDEA51A}" type="sibTrans" cxnId="{66887FC3-C7F1-004A-BE69-F90E9401BC6A}">
      <dgm:prSet/>
      <dgm:spPr/>
      <dgm:t>
        <a:bodyPr/>
        <a:lstStyle/>
        <a:p>
          <a:endParaRPr lang="en-US" sz="3600"/>
        </a:p>
      </dgm:t>
    </dgm:pt>
    <dgm:pt modelId="{48A59220-4357-0F4E-944D-9D49D7162653}">
      <dgm:prSet phldrT="[Text]" custT="1"/>
      <dgm:spPr/>
      <dgm:t>
        <a:bodyPr/>
        <a:lstStyle/>
        <a:p>
          <a:r>
            <a:rPr lang="en-US" sz="1600" dirty="0"/>
            <a:t>Exclusive breastfeeding (42%)</a:t>
          </a:r>
        </a:p>
      </dgm:t>
    </dgm:pt>
    <dgm:pt modelId="{01596ADD-AA3A-A442-BD67-2DB9F9F1B84E}" type="parTrans" cxnId="{EE621971-BC94-444D-9B1D-2F1C5F094BE2}">
      <dgm:prSet/>
      <dgm:spPr/>
      <dgm:t>
        <a:bodyPr/>
        <a:lstStyle/>
        <a:p>
          <a:endParaRPr lang="en-US" sz="1400"/>
        </a:p>
      </dgm:t>
    </dgm:pt>
    <dgm:pt modelId="{4772CDB8-8631-974D-A8DD-C1A27A7001B7}" type="sibTrans" cxnId="{EE621971-BC94-444D-9B1D-2F1C5F094BE2}">
      <dgm:prSet/>
      <dgm:spPr/>
      <dgm:t>
        <a:bodyPr/>
        <a:lstStyle/>
        <a:p>
          <a:endParaRPr lang="en-US" sz="1400"/>
        </a:p>
      </dgm:t>
    </dgm:pt>
    <dgm:pt modelId="{1F6C6AEF-C5E3-8347-BE79-04022C0800BD}">
      <dgm:prSet phldrT="[Text]" custT="1"/>
      <dgm:spPr/>
      <dgm:t>
        <a:bodyPr/>
        <a:lstStyle/>
        <a:p>
          <a:r>
            <a:rPr lang="en-US" sz="1600" dirty="0"/>
            <a:t>Exclusive breastfeeding (32%)</a:t>
          </a:r>
        </a:p>
      </dgm:t>
    </dgm:pt>
    <dgm:pt modelId="{2335AA9E-375D-4946-8B4B-86870A293B3E}" type="parTrans" cxnId="{89492F2D-D482-8849-B0B5-1DB9E95CD655}">
      <dgm:prSet/>
      <dgm:spPr/>
      <dgm:t>
        <a:bodyPr/>
        <a:lstStyle/>
        <a:p>
          <a:endParaRPr lang="en-US" sz="1400"/>
        </a:p>
      </dgm:t>
    </dgm:pt>
    <dgm:pt modelId="{94327798-2538-8444-B2D1-A0DDA7CFF515}" type="sibTrans" cxnId="{89492F2D-D482-8849-B0B5-1DB9E95CD655}">
      <dgm:prSet/>
      <dgm:spPr/>
      <dgm:t>
        <a:bodyPr/>
        <a:lstStyle/>
        <a:p>
          <a:endParaRPr lang="en-US" sz="1400"/>
        </a:p>
      </dgm:t>
    </dgm:pt>
    <dgm:pt modelId="{A13A6F2B-A6FA-5847-95CC-609DA55FE326}">
      <dgm:prSet phldrT="[Text]" custT="1"/>
      <dgm:spPr/>
      <dgm:t>
        <a:bodyPr/>
        <a:lstStyle/>
        <a:p>
          <a:r>
            <a:rPr lang="en-US" sz="1600" dirty="0"/>
            <a:t>Exclusive breastfeeding (2%)</a:t>
          </a:r>
        </a:p>
      </dgm:t>
    </dgm:pt>
    <dgm:pt modelId="{249B9AC1-16B0-5649-8000-E9E8847FA825}" type="parTrans" cxnId="{DA7A0CCD-B5CE-5B46-AE50-40B67D2A4D5F}">
      <dgm:prSet/>
      <dgm:spPr/>
      <dgm:t>
        <a:bodyPr/>
        <a:lstStyle/>
        <a:p>
          <a:endParaRPr lang="en-US" sz="1400"/>
        </a:p>
      </dgm:t>
    </dgm:pt>
    <dgm:pt modelId="{D245591F-3100-2440-BE99-1F7DD0BD58E2}" type="sibTrans" cxnId="{DA7A0CCD-B5CE-5B46-AE50-40B67D2A4D5F}">
      <dgm:prSet/>
      <dgm:spPr/>
      <dgm:t>
        <a:bodyPr/>
        <a:lstStyle/>
        <a:p>
          <a:endParaRPr lang="en-US" sz="1400"/>
        </a:p>
      </dgm:t>
    </dgm:pt>
    <dgm:pt modelId="{51D8BA3E-1C87-CA47-ACDA-EF360D48D4C2}">
      <dgm:prSet phldrT="[Text]" custT="1"/>
      <dgm:spPr/>
      <dgm:t>
        <a:bodyPr/>
        <a:lstStyle/>
        <a:p>
          <a:r>
            <a:rPr lang="en-US" sz="1600" dirty="0"/>
            <a:t>Exclusive breastfeeding (&lt;1%)</a:t>
          </a:r>
        </a:p>
      </dgm:t>
    </dgm:pt>
    <dgm:pt modelId="{DB53D4B5-CCC3-E840-A000-87B48A9F6174}" type="parTrans" cxnId="{B515E0DF-8EB7-C247-988D-F8D97C61326E}">
      <dgm:prSet/>
      <dgm:spPr/>
      <dgm:t>
        <a:bodyPr/>
        <a:lstStyle/>
        <a:p>
          <a:endParaRPr lang="en-US" sz="1400"/>
        </a:p>
      </dgm:t>
    </dgm:pt>
    <dgm:pt modelId="{F7C90608-F185-134F-8BC8-84EF7A7FFE30}" type="sibTrans" cxnId="{B515E0DF-8EB7-C247-988D-F8D97C61326E}">
      <dgm:prSet/>
      <dgm:spPr/>
      <dgm:t>
        <a:bodyPr/>
        <a:lstStyle/>
        <a:p>
          <a:endParaRPr lang="en-US" sz="1400"/>
        </a:p>
      </dgm:t>
    </dgm:pt>
    <dgm:pt modelId="{0249E0E8-761A-1942-9F1C-0884D02765C8}" type="pres">
      <dgm:prSet presAssocID="{25902F14-591D-5647-AC92-64AFF8A4FAE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5EEA08E-BE0F-6547-A867-14323535D5A7}" type="pres">
      <dgm:prSet presAssocID="{06FDD172-01DA-5648-9A90-A91CE2F38D79}" presName="hierRoot1" presStyleCnt="0">
        <dgm:presLayoutVars>
          <dgm:hierBranch val="init"/>
        </dgm:presLayoutVars>
      </dgm:prSet>
      <dgm:spPr/>
    </dgm:pt>
    <dgm:pt modelId="{17E496C0-C45D-D847-8BA1-74E57F65DCB9}" type="pres">
      <dgm:prSet presAssocID="{06FDD172-01DA-5648-9A90-A91CE2F38D79}" presName="rootComposite1" presStyleCnt="0"/>
      <dgm:spPr/>
    </dgm:pt>
    <dgm:pt modelId="{4C225FA2-F2C0-2940-98DB-7432DAADE86F}" type="pres">
      <dgm:prSet presAssocID="{06FDD172-01DA-5648-9A90-A91CE2F38D79}" presName="rootText1" presStyleLbl="node0" presStyleIdx="0" presStyleCnt="3" custScaleX="122076" custScaleY="152595" custLinFactX="9178" custLinFactY="-89965" custLinFactNeighborX="100000" custLinFactNeighborY="-100000">
        <dgm:presLayoutVars>
          <dgm:chPref val="3"/>
        </dgm:presLayoutVars>
      </dgm:prSet>
      <dgm:spPr/>
    </dgm:pt>
    <dgm:pt modelId="{7A4A0DFD-4E7F-4340-8988-C477EE5F55FC}" type="pres">
      <dgm:prSet presAssocID="{06FDD172-01DA-5648-9A90-A91CE2F38D79}" presName="rootConnector1" presStyleLbl="node1" presStyleIdx="0" presStyleCnt="0"/>
      <dgm:spPr/>
    </dgm:pt>
    <dgm:pt modelId="{9A1E9E2E-B9E7-E448-BBE4-5F43514C09C5}" type="pres">
      <dgm:prSet presAssocID="{06FDD172-01DA-5648-9A90-A91CE2F38D79}" presName="hierChild2" presStyleCnt="0"/>
      <dgm:spPr/>
    </dgm:pt>
    <dgm:pt modelId="{2C791EEE-2C78-6A4F-BC9B-30DDD8668021}" type="pres">
      <dgm:prSet presAssocID="{04B6D7A0-634A-3C4D-B74E-EC261A438904}" presName="Name37" presStyleLbl="parChTrans1D2" presStyleIdx="0" presStyleCnt="5"/>
      <dgm:spPr/>
    </dgm:pt>
    <dgm:pt modelId="{EE1B274F-1D42-4D4B-B546-554448F640C1}" type="pres">
      <dgm:prSet presAssocID="{CE8977A7-710F-4942-8282-DB7F709069CE}" presName="hierRoot2" presStyleCnt="0">
        <dgm:presLayoutVars>
          <dgm:hierBranch val="init"/>
        </dgm:presLayoutVars>
      </dgm:prSet>
      <dgm:spPr/>
    </dgm:pt>
    <dgm:pt modelId="{22C581C5-E4B5-E64B-9B70-4D9CD0B8AAE6}" type="pres">
      <dgm:prSet presAssocID="{CE8977A7-710F-4942-8282-DB7F709069CE}" presName="rootComposite" presStyleCnt="0"/>
      <dgm:spPr/>
    </dgm:pt>
    <dgm:pt modelId="{5E8585B2-854D-EA4C-A2D4-E5BEA1872FFB}" type="pres">
      <dgm:prSet presAssocID="{CE8977A7-710F-4942-8282-DB7F709069CE}" presName="rootText" presStyleLbl="node2" presStyleIdx="0" presStyleCnt="5" custScaleX="112713" custScaleY="152595" custLinFactNeighborX="22889" custLinFactNeighborY="-81823">
        <dgm:presLayoutVars>
          <dgm:chPref val="3"/>
        </dgm:presLayoutVars>
      </dgm:prSet>
      <dgm:spPr/>
    </dgm:pt>
    <dgm:pt modelId="{53862188-D9AA-4A46-92DF-0049633F955F}" type="pres">
      <dgm:prSet presAssocID="{CE8977A7-710F-4942-8282-DB7F709069CE}" presName="rootConnector" presStyleLbl="node2" presStyleIdx="0" presStyleCnt="5"/>
      <dgm:spPr/>
    </dgm:pt>
    <dgm:pt modelId="{600F7A25-2B2C-C94F-BC4F-7F0E33A11462}" type="pres">
      <dgm:prSet presAssocID="{CE8977A7-710F-4942-8282-DB7F709069CE}" presName="hierChild4" presStyleCnt="0"/>
      <dgm:spPr/>
    </dgm:pt>
    <dgm:pt modelId="{8EC48D96-BBE3-FA45-B039-83121203F10F}" type="pres">
      <dgm:prSet presAssocID="{CE8977A7-710F-4942-8282-DB7F709069CE}" presName="hierChild5" presStyleCnt="0"/>
      <dgm:spPr/>
    </dgm:pt>
    <dgm:pt modelId="{D3BFFDBC-D4D3-7C42-81AE-505EAE37673B}" type="pres">
      <dgm:prSet presAssocID="{4A1D3CA7-9562-8944-852D-A2F6FB560535}" presName="Name37" presStyleLbl="parChTrans1D2" presStyleIdx="1" presStyleCnt="5"/>
      <dgm:spPr/>
    </dgm:pt>
    <dgm:pt modelId="{D9371CD4-BB1F-064D-8AC9-4228A57E297E}" type="pres">
      <dgm:prSet presAssocID="{66BA48FD-6C52-2946-8905-F0EB26F0CDB2}" presName="hierRoot2" presStyleCnt="0">
        <dgm:presLayoutVars>
          <dgm:hierBranch val="init"/>
        </dgm:presLayoutVars>
      </dgm:prSet>
      <dgm:spPr/>
    </dgm:pt>
    <dgm:pt modelId="{6B5D77BD-F589-A743-9B89-D2AF1D3BFB2B}" type="pres">
      <dgm:prSet presAssocID="{66BA48FD-6C52-2946-8905-F0EB26F0CDB2}" presName="rootComposite" presStyleCnt="0"/>
      <dgm:spPr/>
    </dgm:pt>
    <dgm:pt modelId="{FE7E3EE0-AE4B-7D41-843D-9619ECDBDE10}" type="pres">
      <dgm:prSet presAssocID="{66BA48FD-6C52-2946-8905-F0EB26F0CDB2}" presName="rootText" presStyleLbl="node2" presStyleIdx="1" presStyleCnt="5" custScaleX="112713" custScaleY="152595" custLinFactNeighborX="22889" custLinFactNeighborY="-81823">
        <dgm:presLayoutVars>
          <dgm:chPref val="3"/>
        </dgm:presLayoutVars>
      </dgm:prSet>
      <dgm:spPr/>
    </dgm:pt>
    <dgm:pt modelId="{04D1F5BA-F840-794D-BAB3-EAE53CDF073C}" type="pres">
      <dgm:prSet presAssocID="{66BA48FD-6C52-2946-8905-F0EB26F0CDB2}" presName="rootConnector" presStyleLbl="node2" presStyleIdx="1" presStyleCnt="5"/>
      <dgm:spPr/>
    </dgm:pt>
    <dgm:pt modelId="{376A6AE0-1CC5-7046-B371-FE99607CF7DD}" type="pres">
      <dgm:prSet presAssocID="{66BA48FD-6C52-2946-8905-F0EB26F0CDB2}" presName="hierChild4" presStyleCnt="0"/>
      <dgm:spPr/>
    </dgm:pt>
    <dgm:pt modelId="{3E765DCF-0C5A-D041-AED0-B752EA0440D4}" type="pres">
      <dgm:prSet presAssocID="{66BA48FD-6C52-2946-8905-F0EB26F0CDB2}" presName="hierChild5" presStyleCnt="0"/>
      <dgm:spPr/>
    </dgm:pt>
    <dgm:pt modelId="{BE6FC59A-8511-C344-842C-87514252CFD0}" type="pres">
      <dgm:prSet presAssocID="{9878E4B9-352C-3D41-B14C-CED51D02872C}" presName="Name37" presStyleLbl="parChTrans1D2" presStyleIdx="2" presStyleCnt="5"/>
      <dgm:spPr/>
    </dgm:pt>
    <dgm:pt modelId="{A05E6D43-AA94-AF4F-A7FC-ADC9BEC6CCDF}" type="pres">
      <dgm:prSet presAssocID="{D269E8DF-2017-2843-B3D2-AFDF8C66290A}" presName="hierRoot2" presStyleCnt="0">
        <dgm:presLayoutVars>
          <dgm:hierBranch val="init"/>
        </dgm:presLayoutVars>
      </dgm:prSet>
      <dgm:spPr/>
    </dgm:pt>
    <dgm:pt modelId="{FD128182-1241-E045-8237-237667A73169}" type="pres">
      <dgm:prSet presAssocID="{D269E8DF-2017-2843-B3D2-AFDF8C66290A}" presName="rootComposite" presStyleCnt="0"/>
      <dgm:spPr/>
    </dgm:pt>
    <dgm:pt modelId="{55E6534C-26E9-FD44-BBFD-5F8F2FEDAA51}" type="pres">
      <dgm:prSet presAssocID="{D269E8DF-2017-2843-B3D2-AFDF8C66290A}" presName="rootText" presStyleLbl="node2" presStyleIdx="2" presStyleCnt="5" custScaleX="112713" custScaleY="152595" custLinFactNeighborX="22889" custLinFactNeighborY="-81823">
        <dgm:presLayoutVars>
          <dgm:chPref val="3"/>
        </dgm:presLayoutVars>
      </dgm:prSet>
      <dgm:spPr/>
    </dgm:pt>
    <dgm:pt modelId="{266388A1-E323-624F-AD0E-94256BA132A9}" type="pres">
      <dgm:prSet presAssocID="{D269E8DF-2017-2843-B3D2-AFDF8C66290A}" presName="rootConnector" presStyleLbl="node2" presStyleIdx="2" presStyleCnt="5"/>
      <dgm:spPr/>
    </dgm:pt>
    <dgm:pt modelId="{C53A4357-FAF9-2749-A542-1A14186AB789}" type="pres">
      <dgm:prSet presAssocID="{D269E8DF-2017-2843-B3D2-AFDF8C66290A}" presName="hierChild4" presStyleCnt="0"/>
      <dgm:spPr/>
    </dgm:pt>
    <dgm:pt modelId="{9068E617-15D5-3045-BFF1-7FC697F312CD}" type="pres">
      <dgm:prSet presAssocID="{01596ADD-AA3A-A442-BD67-2DB9F9F1B84E}" presName="Name37" presStyleLbl="parChTrans1D3" presStyleIdx="0" presStyleCnt="3"/>
      <dgm:spPr/>
    </dgm:pt>
    <dgm:pt modelId="{1DA30774-B445-D747-B2D0-7AA8E1D12B76}" type="pres">
      <dgm:prSet presAssocID="{48A59220-4357-0F4E-944D-9D49D7162653}" presName="hierRoot2" presStyleCnt="0">
        <dgm:presLayoutVars>
          <dgm:hierBranch val="init"/>
        </dgm:presLayoutVars>
      </dgm:prSet>
      <dgm:spPr/>
    </dgm:pt>
    <dgm:pt modelId="{1758BAAD-A18F-FF48-8004-E97959F8824A}" type="pres">
      <dgm:prSet presAssocID="{48A59220-4357-0F4E-944D-9D49D7162653}" presName="rootComposite" presStyleCnt="0"/>
      <dgm:spPr/>
    </dgm:pt>
    <dgm:pt modelId="{92C175D8-2A53-8F4A-9646-14A6092C2049}" type="pres">
      <dgm:prSet presAssocID="{48A59220-4357-0F4E-944D-9D49D7162653}" presName="rootText" presStyleLbl="node3" presStyleIdx="0" presStyleCnt="3" custScaleX="115864" custScaleY="152595" custLinFactNeighborX="-421" custLinFactNeighborY="54460">
        <dgm:presLayoutVars>
          <dgm:chPref val="3"/>
        </dgm:presLayoutVars>
      </dgm:prSet>
      <dgm:spPr/>
    </dgm:pt>
    <dgm:pt modelId="{D465F96B-7D67-3942-890C-460545C9C718}" type="pres">
      <dgm:prSet presAssocID="{48A59220-4357-0F4E-944D-9D49D7162653}" presName="rootConnector" presStyleLbl="node3" presStyleIdx="0" presStyleCnt="3"/>
      <dgm:spPr/>
    </dgm:pt>
    <dgm:pt modelId="{471928BE-E8AE-BD4B-9D7E-1B49A5B5D6F6}" type="pres">
      <dgm:prSet presAssocID="{48A59220-4357-0F4E-944D-9D49D7162653}" presName="hierChild4" presStyleCnt="0"/>
      <dgm:spPr/>
    </dgm:pt>
    <dgm:pt modelId="{1DF38784-59BA-9446-9B66-E3C89AEEC4EA}" type="pres">
      <dgm:prSet presAssocID="{2335AA9E-375D-4946-8B4B-86870A293B3E}" presName="Name37" presStyleLbl="parChTrans1D4" presStyleIdx="0" presStyleCnt="3"/>
      <dgm:spPr/>
    </dgm:pt>
    <dgm:pt modelId="{F66B6539-5CDC-B44E-A099-5DF7C5C627EC}" type="pres">
      <dgm:prSet presAssocID="{1F6C6AEF-C5E3-8347-BE79-04022C0800BD}" presName="hierRoot2" presStyleCnt="0">
        <dgm:presLayoutVars>
          <dgm:hierBranch val="init"/>
        </dgm:presLayoutVars>
      </dgm:prSet>
      <dgm:spPr/>
    </dgm:pt>
    <dgm:pt modelId="{B1E9D3DE-3EAF-BB47-8D45-06A4F0590FA1}" type="pres">
      <dgm:prSet presAssocID="{1F6C6AEF-C5E3-8347-BE79-04022C0800BD}" presName="rootComposite" presStyleCnt="0"/>
      <dgm:spPr/>
    </dgm:pt>
    <dgm:pt modelId="{0C863AED-74CE-8841-B980-16C8CFC1D491}" type="pres">
      <dgm:prSet presAssocID="{1F6C6AEF-C5E3-8347-BE79-04022C0800BD}" presName="rootText" presStyleLbl="node4" presStyleIdx="0" presStyleCnt="3" custScaleX="134587" custScaleY="160335" custLinFactY="100000" custLinFactNeighborX="-30093" custLinFactNeighborY="101537">
        <dgm:presLayoutVars>
          <dgm:chPref val="3"/>
        </dgm:presLayoutVars>
      </dgm:prSet>
      <dgm:spPr/>
    </dgm:pt>
    <dgm:pt modelId="{9A93CE8E-784D-FE4E-B94C-310A94056437}" type="pres">
      <dgm:prSet presAssocID="{1F6C6AEF-C5E3-8347-BE79-04022C0800BD}" presName="rootConnector" presStyleLbl="node4" presStyleIdx="0" presStyleCnt="3"/>
      <dgm:spPr/>
    </dgm:pt>
    <dgm:pt modelId="{FABB6F9D-D89F-5341-8ACE-928BE3A13D54}" type="pres">
      <dgm:prSet presAssocID="{1F6C6AEF-C5E3-8347-BE79-04022C0800BD}" presName="hierChild4" presStyleCnt="0"/>
      <dgm:spPr/>
    </dgm:pt>
    <dgm:pt modelId="{52856850-1B7B-0C4F-8F83-50F1C449242D}" type="pres">
      <dgm:prSet presAssocID="{1F6C6AEF-C5E3-8347-BE79-04022C0800BD}" presName="hierChild5" presStyleCnt="0"/>
      <dgm:spPr/>
    </dgm:pt>
    <dgm:pt modelId="{1081431F-663D-AB4F-B64A-2171CE83897D}" type="pres">
      <dgm:prSet presAssocID="{48A59220-4357-0F4E-944D-9D49D7162653}" presName="hierChild5" presStyleCnt="0"/>
      <dgm:spPr/>
    </dgm:pt>
    <dgm:pt modelId="{501FBAAA-F5EF-0140-B3E8-33C655F423B0}" type="pres">
      <dgm:prSet presAssocID="{D269E8DF-2017-2843-B3D2-AFDF8C66290A}" presName="hierChild5" presStyleCnt="0"/>
      <dgm:spPr/>
    </dgm:pt>
    <dgm:pt modelId="{061096C9-8BA6-1C4C-BC70-2D051BFD3DA7}" type="pres">
      <dgm:prSet presAssocID="{06FDD172-01DA-5648-9A90-A91CE2F38D79}" presName="hierChild3" presStyleCnt="0"/>
      <dgm:spPr/>
    </dgm:pt>
    <dgm:pt modelId="{314C9221-042C-5C41-8EFC-21CD0160844F}" type="pres">
      <dgm:prSet presAssocID="{A1FE2F27-1BDB-4948-8494-83D58BDBCEAE}" presName="hierRoot1" presStyleCnt="0">
        <dgm:presLayoutVars>
          <dgm:hierBranch val="init"/>
        </dgm:presLayoutVars>
      </dgm:prSet>
      <dgm:spPr/>
    </dgm:pt>
    <dgm:pt modelId="{65C1A8C2-BA2B-2C42-8E98-E277C3A22DAC}" type="pres">
      <dgm:prSet presAssocID="{A1FE2F27-1BDB-4948-8494-83D58BDBCEAE}" presName="rootComposite1" presStyleCnt="0"/>
      <dgm:spPr/>
    </dgm:pt>
    <dgm:pt modelId="{64168076-67CB-0147-8C52-3BD39B5EAA58}" type="pres">
      <dgm:prSet presAssocID="{A1FE2F27-1BDB-4948-8494-83D58BDBCEAE}" presName="rootText1" presStyleLbl="node0" presStyleIdx="1" presStyleCnt="3" custScaleX="122076" custScaleY="152595" custLinFactY="-87457" custLinFactNeighborX="-1175" custLinFactNeighborY="-100000">
        <dgm:presLayoutVars>
          <dgm:chPref val="3"/>
        </dgm:presLayoutVars>
      </dgm:prSet>
      <dgm:spPr/>
    </dgm:pt>
    <dgm:pt modelId="{2514C566-A74C-6E4A-82F9-E83A516C9F47}" type="pres">
      <dgm:prSet presAssocID="{A1FE2F27-1BDB-4948-8494-83D58BDBCEAE}" presName="rootConnector1" presStyleLbl="node1" presStyleIdx="0" presStyleCnt="0"/>
      <dgm:spPr/>
    </dgm:pt>
    <dgm:pt modelId="{6920C23C-9DAF-6F45-8967-605F63328AB9}" type="pres">
      <dgm:prSet presAssocID="{A1FE2F27-1BDB-4948-8494-83D58BDBCEAE}" presName="hierChild2" presStyleCnt="0"/>
      <dgm:spPr/>
    </dgm:pt>
    <dgm:pt modelId="{4F61CB1E-7A79-FC42-856D-657715675A26}" type="pres">
      <dgm:prSet presAssocID="{7B26563B-DBC7-BC48-8D22-94FAF4AD6A23}" presName="Name37" presStyleLbl="parChTrans1D2" presStyleIdx="3" presStyleCnt="5"/>
      <dgm:spPr/>
    </dgm:pt>
    <dgm:pt modelId="{177B6270-932E-B74B-BF39-BCBDE166DAF0}" type="pres">
      <dgm:prSet presAssocID="{92113EC9-4888-2D43-8FA6-0C6432049756}" presName="hierRoot2" presStyleCnt="0">
        <dgm:presLayoutVars>
          <dgm:hierBranch val="init"/>
        </dgm:presLayoutVars>
      </dgm:prSet>
      <dgm:spPr/>
    </dgm:pt>
    <dgm:pt modelId="{2D25A2F6-E5C3-4140-85A3-B695ED7E7169}" type="pres">
      <dgm:prSet presAssocID="{92113EC9-4888-2D43-8FA6-0C6432049756}" presName="rootComposite" presStyleCnt="0"/>
      <dgm:spPr/>
    </dgm:pt>
    <dgm:pt modelId="{2942B61E-5B4E-8E42-B363-D9B11B0DBF25}" type="pres">
      <dgm:prSet presAssocID="{92113EC9-4888-2D43-8FA6-0C6432049756}" presName="rootText" presStyleLbl="node2" presStyleIdx="3" presStyleCnt="5" custScaleX="112713" custScaleY="152595" custLinFactNeighborX="22889" custLinFactNeighborY="-81823">
        <dgm:presLayoutVars>
          <dgm:chPref val="3"/>
        </dgm:presLayoutVars>
      </dgm:prSet>
      <dgm:spPr/>
    </dgm:pt>
    <dgm:pt modelId="{BAC14306-9DBF-0047-B357-AE013B7C381B}" type="pres">
      <dgm:prSet presAssocID="{92113EC9-4888-2D43-8FA6-0C6432049756}" presName="rootConnector" presStyleLbl="node2" presStyleIdx="3" presStyleCnt="5"/>
      <dgm:spPr/>
    </dgm:pt>
    <dgm:pt modelId="{13F5610E-EDB1-A249-8CC0-E724CE7499FE}" type="pres">
      <dgm:prSet presAssocID="{92113EC9-4888-2D43-8FA6-0C6432049756}" presName="hierChild4" presStyleCnt="0"/>
      <dgm:spPr/>
    </dgm:pt>
    <dgm:pt modelId="{104B41AA-A63F-8A4F-96EA-3FF7B55046A4}" type="pres">
      <dgm:prSet presAssocID="{A7090479-A2DE-5F40-8B92-A9641D025BE7}" presName="Name37" presStyleLbl="parChTrans1D3" presStyleIdx="1" presStyleCnt="3"/>
      <dgm:spPr/>
    </dgm:pt>
    <dgm:pt modelId="{BC06E0D6-5762-B944-BC77-95DEE8C15E23}" type="pres">
      <dgm:prSet presAssocID="{E99E7294-A4F8-ED45-8A09-1FF667800FEF}" presName="hierRoot2" presStyleCnt="0">
        <dgm:presLayoutVars>
          <dgm:hierBranch val="init"/>
        </dgm:presLayoutVars>
      </dgm:prSet>
      <dgm:spPr/>
    </dgm:pt>
    <dgm:pt modelId="{0CE7328F-0E86-BD40-BB80-3FE8A2E38B96}" type="pres">
      <dgm:prSet presAssocID="{E99E7294-A4F8-ED45-8A09-1FF667800FEF}" presName="rootComposite" presStyleCnt="0"/>
      <dgm:spPr/>
    </dgm:pt>
    <dgm:pt modelId="{0A13541A-A90E-7A42-AB4E-B7500978B9D2}" type="pres">
      <dgm:prSet presAssocID="{E99E7294-A4F8-ED45-8A09-1FF667800FEF}" presName="rootText" presStyleLbl="node3" presStyleIdx="1" presStyleCnt="3" custScaleX="115864" custScaleY="152595" custLinFactNeighborX="311" custLinFactNeighborY="48790">
        <dgm:presLayoutVars>
          <dgm:chPref val="3"/>
        </dgm:presLayoutVars>
      </dgm:prSet>
      <dgm:spPr/>
    </dgm:pt>
    <dgm:pt modelId="{65373F70-41C8-C34E-BFF1-AF01A09FA5BE}" type="pres">
      <dgm:prSet presAssocID="{E99E7294-A4F8-ED45-8A09-1FF667800FEF}" presName="rootConnector" presStyleLbl="node3" presStyleIdx="1" presStyleCnt="3"/>
      <dgm:spPr/>
    </dgm:pt>
    <dgm:pt modelId="{342E19AA-108E-D849-9554-8BFD86CC68EE}" type="pres">
      <dgm:prSet presAssocID="{E99E7294-A4F8-ED45-8A09-1FF667800FEF}" presName="hierChild4" presStyleCnt="0"/>
      <dgm:spPr/>
    </dgm:pt>
    <dgm:pt modelId="{A90978F5-7CC3-7041-9C32-E9688FFAC20F}" type="pres">
      <dgm:prSet presAssocID="{249B9AC1-16B0-5649-8000-E9E8847FA825}" presName="Name37" presStyleLbl="parChTrans1D4" presStyleIdx="1" presStyleCnt="3"/>
      <dgm:spPr/>
    </dgm:pt>
    <dgm:pt modelId="{BA682C38-0735-B143-A87A-64A427033AE7}" type="pres">
      <dgm:prSet presAssocID="{A13A6F2B-A6FA-5847-95CC-609DA55FE326}" presName="hierRoot2" presStyleCnt="0">
        <dgm:presLayoutVars>
          <dgm:hierBranch val="init"/>
        </dgm:presLayoutVars>
      </dgm:prSet>
      <dgm:spPr/>
    </dgm:pt>
    <dgm:pt modelId="{58F15FEB-FA28-4242-9E1B-A13C58FB6E0A}" type="pres">
      <dgm:prSet presAssocID="{A13A6F2B-A6FA-5847-95CC-609DA55FE326}" presName="rootComposite" presStyleCnt="0"/>
      <dgm:spPr/>
    </dgm:pt>
    <dgm:pt modelId="{76D8CC8A-A79D-6A4A-B591-E680EA05826A}" type="pres">
      <dgm:prSet presAssocID="{A13A6F2B-A6FA-5847-95CC-609DA55FE326}" presName="rootText" presStyleLbl="node4" presStyleIdx="1" presStyleCnt="3" custScaleX="136401" custScaleY="163116" custLinFactY="100000" custLinFactNeighborX="-18589" custLinFactNeighborY="100147">
        <dgm:presLayoutVars>
          <dgm:chPref val="3"/>
        </dgm:presLayoutVars>
      </dgm:prSet>
      <dgm:spPr/>
    </dgm:pt>
    <dgm:pt modelId="{8FA51317-20EB-CE41-98EF-3BF84066DF3E}" type="pres">
      <dgm:prSet presAssocID="{A13A6F2B-A6FA-5847-95CC-609DA55FE326}" presName="rootConnector" presStyleLbl="node4" presStyleIdx="1" presStyleCnt="3"/>
      <dgm:spPr/>
    </dgm:pt>
    <dgm:pt modelId="{615B7308-3B97-784D-98C6-9DB3C8FF7A06}" type="pres">
      <dgm:prSet presAssocID="{A13A6F2B-A6FA-5847-95CC-609DA55FE326}" presName="hierChild4" presStyleCnt="0"/>
      <dgm:spPr/>
    </dgm:pt>
    <dgm:pt modelId="{02F668D7-5BF5-3B41-A728-6255E1E408C4}" type="pres">
      <dgm:prSet presAssocID="{A13A6F2B-A6FA-5847-95CC-609DA55FE326}" presName="hierChild5" presStyleCnt="0"/>
      <dgm:spPr/>
    </dgm:pt>
    <dgm:pt modelId="{50430222-BAF6-D042-88CF-09E7B772977E}" type="pres">
      <dgm:prSet presAssocID="{E99E7294-A4F8-ED45-8A09-1FF667800FEF}" presName="hierChild5" presStyleCnt="0"/>
      <dgm:spPr/>
    </dgm:pt>
    <dgm:pt modelId="{172C6773-F833-E543-AFFD-D886EBD6E2CE}" type="pres">
      <dgm:prSet presAssocID="{92113EC9-4888-2D43-8FA6-0C6432049756}" presName="hierChild5" presStyleCnt="0"/>
      <dgm:spPr/>
    </dgm:pt>
    <dgm:pt modelId="{1C2F67AE-6E27-5B43-A06E-AD83D496C094}" type="pres">
      <dgm:prSet presAssocID="{A1FE2F27-1BDB-4948-8494-83D58BDBCEAE}" presName="hierChild3" presStyleCnt="0"/>
      <dgm:spPr/>
    </dgm:pt>
    <dgm:pt modelId="{559C7953-304A-544C-9D39-44007F2F7557}" type="pres">
      <dgm:prSet presAssocID="{CFB06F1C-CAA3-E745-A66C-AF55C1CE1553}" presName="hierRoot1" presStyleCnt="0">
        <dgm:presLayoutVars>
          <dgm:hierBranch val="init"/>
        </dgm:presLayoutVars>
      </dgm:prSet>
      <dgm:spPr/>
    </dgm:pt>
    <dgm:pt modelId="{ACD0FCF4-ED86-C54B-AE25-9FF03CC8A1FE}" type="pres">
      <dgm:prSet presAssocID="{CFB06F1C-CAA3-E745-A66C-AF55C1CE1553}" presName="rootComposite1" presStyleCnt="0"/>
      <dgm:spPr/>
    </dgm:pt>
    <dgm:pt modelId="{2C449DC2-D1BE-C441-9B4F-3FD6059E393A}" type="pres">
      <dgm:prSet presAssocID="{CFB06F1C-CAA3-E745-A66C-AF55C1CE1553}" presName="rootText1" presStyleLbl="node0" presStyleIdx="2" presStyleCnt="3" custScaleX="122076" custScaleY="152595" custLinFactY="-87457" custLinFactNeighborX="-1175" custLinFactNeighborY="-100000">
        <dgm:presLayoutVars>
          <dgm:chPref val="3"/>
        </dgm:presLayoutVars>
      </dgm:prSet>
      <dgm:spPr/>
    </dgm:pt>
    <dgm:pt modelId="{3E0B51F9-5D1C-024B-B0A3-AD531C743C3D}" type="pres">
      <dgm:prSet presAssocID="{CFB06F1C-CAA3-E745-A66C-AF55C1CE1553}" presName="rootConnector1" presStyleLbl="node1" presStyleIdx="0" presStyleCnt="0"/>
      <dgm:spPr/>
    </dgm:pt>
    <dgm:pt modelId="{D093C073-1D00-334A-86F5-13CC01F0A1A3}" type="pres">
      <dgm:prSet presAssocID="{CFB06F1C-CAA3-E745-A66C-AF55C1CE1553}" presName="hierChild2" presStyleCnt="0"/>
      <dgm:spPr/>
    </dgm:pt>
    <dgm:pt modelId="{92EF1F57-C9E2-0945-9B55-B43809CA15DD}" type="pres">
      <dgm:prSet presAssocID="{FE75841B-B36D-A64B-A717-4F8AC7DF3BA3}" presName="Name37" presStyleLbl="parChTrans1D2" presStyleIdx="4" presStyleCnt="5"/>
      <dgm:spPr/>
    </dgm:pt>
    <dgm:pt modelId="{A8F0F3C5-6C88-B449-B753-F48C76D6A47D}" type="pres">
      <dgm:prSet presAssocID="{254E024A-FA3D-8F48-ACA6-B643435893AC}" presName="hierRoot2" presStyleCnt="0">
        <dgm:presLayoutVars>
          <dgm:hierBranch val="init"/>
        </dgm:presLayoutVars>
      </dgm:prSet>
      <dgm:spPr/>
    </dgm:pt>
    <dgm:pt modelId="{2482791E-5270-4D4C-8588-0BE516070B1A}" type="pres">
      <dgm:prSet presAssocID="{254E024A-FA3D-8F48-ACA6-B643435893AC}" presName="rootComposite" presStyleCnt="0"/>
      <dgm:spPr/>
    </dgm:pt>
    <dgm:pt modelId="{6C7E857E-20E7-C843-9598-B197503363A3}" type="pres">
      <dgm:prSet presAssocID="{254E024A-FA3D-8F48-ACA6-B643435893AC}" presName="rootText" presStyleLbl="node2" presStyleIdx="4" presStyleCnt="5" custScaleX="112713" custScaleY="152595" custLinFactNeighborX="22889" custLinFactNeighborY="-81823">
        <dgm:presLayoutVars>
          <dgm:chPref val="3"/>
        </dgm:presLayoutVars>
      </dgm:prSet>
      <dgm:spPr/>
    </dgm:pt>
    <dgm:pt modelId="{4F8A6319-4AF2-F848-8211-BB6A050F2EE1}" type="pres">
      <dgm:prSet presAssocID="{254E024A-FA3D-8F48-ACA6-B643435893AC}" presName="rootConnector" presStyleLbl="node2" presStyleIdx="4" presStyleCnt="5"/>
      <dgm:spPr/>
    </dgm:pt>
    <dgm:pt modelId="{EEED0CC1-DD9E-5843-A81E-35976799B81A}" type="pres">
      <dgm:prSet presAssocID="{254E024A-FA3D-8F48-ACA6-B643435893AC}" presName="hierChild4" presStyleCnt="0"/>
      <dgm:spPr/>
    </dgm:pt>
    <dgm:pt modelId="{02877056-4D6D-3A44-8680-61CFCFC95C20}" type="pres">
      <dgm:prSet presAssocID="{F890A608-3131-A74C-A7B3-7D4D0B3425AD}" presName="Name37" presStyleLbl="parChTrans1D3" presStyleIdx="2" presStyleCnt="3"/>
      <dgm:spPr/>
    </dgm:pt>
    <dgm:pt modelId="{42E0DD39-010A-3F42-8471-36FD0C27EA00}" type="pres">
      <dgm:prSet presAssocID="{D71903FD-0C9B-4642-92AD-16403929322B}" presName="hierRoot2" presStyleCnt="0">
        <dgm:presLayoutVars>
          <dgm:hierBranch val="init"/>
        </dgm:presLayoutVars>
      </dgm:prSet>
      <dgm:spPr/>
    </dgm:pt>
    <dgm:pt modelId="{72FAA8C7-701B-044A-9E35-A0451A94BD20}" type="pres">
      <dgm:prSet presAssocID="{D71903FD-0C9B-4642-92AD-16403929322B}" presName="rootComposite" presStyleCnt="0"/>
      <dgm:spPr/>
    </dgm:pt>
    <dgm:pt modelId="{3928D43F-E8EA-F848-BDF8-47E8070835E4}" type="pres">
      <dgm:prSet presAssocID="{D71903FD-0C9B-4642-92AD-16403929322B}" presName="rootText" presStyleLbl="node3" presStyleIdx="2" presStyleCnt="3" custScaleX="115864" custScaleY="152595" custLinFactNeighborX="311" custLinFactNeighborY="48790">
        <dgm:presLayoutVars>
          <dgm:chPref val="3"/>
        </dgm:presLayoutVars>
      </dgm:prSet>
      <dgm:spPr/>
    </dgm:pt>
    <dgm:pt modelId="{B1037869-9DC7-AC46-9090-5BEA3DC09033}" type="pres">
      <dgm:prSet presAssocID="{D71903FD-0C9B-4642-92AD-16403929322B}" presName="rootConnector" presStyleLbl="node3" presStyleIdx="2" presStyleCnt="3"/>
      <dgm:spPr/>
    </dgm:pt>
    <dgm:pt modelId="{D53D2BA0-BD9E-A34B-A6EC-143B3626C59B}" type="pres">
      <dgm:prSet presAssocID="{D71903FD-0C9B-4642-92AD-16403929322B}" presName="hierChild4" presStyleCnt="0"/>
      <dgm:spPr/>
    </dgm:pt>
    <dgm:pt modelId="{530F72DE-1EB6-1F4A-94AA-610DD859E869}" type="pres">
      <dgm:prSet presAssocID="{DB53D4B5-CCC3-E840-A000-87B48A9F6174}" presName="Name37" presStyleLbl="parChTrans1D4" presStyleIdx="2" presStyleCnt="3"/>
      <dgm:spPr/>
    </dgm:pt>
    <dgm:pt modelId="{5E3D9F21-C372-D141-826F-7D62EC8BE028}" type="pres">
      <dgm:prSet presAssocID="{51D8BA3E-1C87-CA47-ACDA-EF360D48D4C2}" presName="hierRoot2" presStyleCnt="0">
        <dgm:presLayoutVars>
          <dgm:hierBranch val="init"/>
        </dgm:presLayoutVars>
      </dgm:prSet>
      <dgm:spPr/>
    </dgm:pt>
    <dgm:pt modelId="{B04672AB-F125-1A42-BB7D-0F786E87A0F3}" type="pres">
      <dgm:prSet presAssocID="{51D8BA3E-1C87-CA47-ACDA-EF360D48D4C2}" presName="rootComposite" presStyleCnt="0"/>
      <dgm:spPr/>
    </dgm:pt>
    <dgm:pt modelId="{95DA5190-087D-524C-908D-3624145EF20C}" type="pres">
      <dgm:prSet presAssocID="{51D8BA3E-1C87-CA47-ACDA-EF360D48D4C2}" presName="rootText" presStyleLbl="node4" presStyleIdx="2" presStyleCnt="3" custScaleX="133156" custScaleY="159756" custLinFactY="100000" custLinFactNeighborX="-1662" custLinFactNeighborY="101827">
        <dgm:presLayoutVars>
          <dgm:chPref val="3"/>
        </dgm:presLayoutVars>
      </dgm:prSet>
      <dgm:spPr/>
    </dgm:pt>
    <dgm:pt modelId="{399D96A7-2808-8B4B-B559-3C7FD521464E}" type="pres">
      <dgm:prSet presAssocID="{51D8BA3E-1C87-CA47-ACDA-EF360D48D4C2}" presName="rootConnector" presStyleLbl="node4" presStyleIdx="2" presStyleCnt="3"/>
      <dgm:spPr/>
    </dgm:pt>
    <dgm:pt modelId="{818EB4F8-A118-C942-A19C-EE342DF0EA4D}" type="pres">
      <dgm:prSet presAssocID="{51D8BA3E-1C87-CA47-ACDA-EF360D48D4C2}" presName="hierChild4" presStyleCnt="0"/>
      <dgm:spPr/>
    </dgm:pt>
    <dgm:pt modelId="{9142653E-6AD1-C945-B68A-658628D71893}" type="pres">
      <dgm:prSet presAssocID="{51D8BA3E-1C87-CA47-ACDA-EF360D48D4C2}" presName="hierChild5" presStyleCnt="0"/>
      <dgm:spPr/>
    </dgm:pt>
    <dgm:pt modelId="{71528220-A29F-FE44-8770-70DCB8CD0593}" type="pres">
      <dgm:prSet presAssocID="{D71903FD-0C9B-4642-92AD-16403929322B}" presName="hierChild5" presStyleCnt="0"/>
      <dgm:spPr/>
    </dgm:pt>
    <dgm:pt modelId="{2EB7D68D-D26F-9749-BFDB-FBD7FAF1C40C}" type="pres">
      <dgm:prSet presAssocID="{254E024A-FA3D-8F48-ACA6-B643435893AC}" presName="hierChild5" presStyleCnt="0"/>
      <dgm:spPr/>
    </dgm:pt>
    <dgm:pt modelId="{9C8CA6F4-EBFD-564C-BCF3-7DAB5F249EE6}" type="pres">
      <dgm:prSet presAssocID="{CFB06F1C-CAA3-E745-A66C-AF55C1CE1553}" presName="hierChild3" presStyleCnt="0"/>
      <dgm:spPr/>
    </dgm:pt>
  </dgm:ptLst>
  <dgm:cxnLst>
    <dgm:cxn modelId="{41539900-379D-F245-A489-3DBA4E09DE9B}" srcId="{06FDD172-01DA-5648-9A90-A91CE2F38D79}" destId="{D269E8DF-2017-2843-B3D2-AFDF8C66290A}" srcOrd="2" destOrd="0" parTransId="{9878E4B9-352C-3D41-B14C-CED51D02872C}" sibTransId="{BD2101C0-82EA-1249-A073-B6D8816CB0E5}"/>
    <dgm:cxn modelId="{718BFE01-9455-1748-B79A-3BEDA0765325}" type="presOf" srcId="{A13A6F2B-A6FA-5847-95CC-609DA55FE326}" destId="{76D8CC8A-A79D-6A4A-B591-E680EA05826A}" srcOrd="0" destOrd="0" presId="urn:microsoft.com/office/officeart/2005/8/layout/orgChart1"/>
    <dgm:cxn modelId="{E539B614-5D28-854D-BBF7-2E39383D93DD}" type="presOf" srcId="{7B26563B-DBC7-BC48-8D22-94FAF4AD6A23}" destId="{4F61CB1E-7A79-FC42-856D-657715675A26}" srcOrd="0" destOrd="0" presId="urn:microsoft.com/office/officeart/2005/8/layout/orgChart1"/>
    <dgm:cxn modelId="{C230121A-8156-4845-8AE7-C353B02FBE9D}" type="presOf" srcId="{1F6C6AEF-C5E3-8347-BE79-04022C0800BD}" destId="{9A93CE8E-784D-FE4E-B94C-310A94056437}" srcOrd="1" destOrd="0" presId="urn:microsoft.com/office/officeart/2005/8/layout/orgChart1"/>
    <dgm:cxn modelId="{266EEE1C-9B34-8443-AE79-3E21B7C49789}" type="presOf" srcId="{A13A6F2B-A6FA-5847-95CC-609DA55FE326}" destId="{8FA51317-20EB-CE41-98EF-3BF84066DF3E}" srcOrd="1" destOrd="0" presId="urn:microsoft.com/office/officeart/2005/8/layout/orgChart1"/>
    <dgm:cxn modelId="{24A31A24-05C0-B64F-A98B-8549F26756BB}" srcId="{CFB06F1C-CAA3-E745-A66C-AF55C1CE1553}" destId="{254E024A-FA3D-8F48-ACA6-B643435893AC}" srcOrd="0" destOrd="0" parTransId="{FE75841B-B36D-A64B-A717-4F8AC7DF3BA3}" sibTransId="{6E36711A-9176-8144-9927-44CDB7079F4C}"/>
    <dgm:cxn modelId="{89492F2D-D482-8849-B0B5-1DB9E95CD655}" srcId="{48A59220-4357-0F4E-944D-9D49D7162653}" destId="{1F6C6AEF-C5E3-8347-BE79-04022C0800BD}" srcOrd="0" destOrd="0" parTransId="{2335AA9E-375D-4946-8B4B-86870A293B3E}" sibTransId="{94327798-2538-8444-B2D1-A0DDA7CFF515}"/>
    <dgm:cxn modelId="{771B442F-1C69-AC48-9621-23F98A215860}" type="presOf" srcId="{249B9AC1-16B0-5649-8000-E9E8847FA825}" destId="{A90978F5-7CC3-7041-9C32-E9688FFAC20F}" srcOrd="0" destOrd="0" presId="urn:microsoft.com/office/officeart/2005/8/layout/orgChart1"/>
    <dgm:cxn modelId="{312B9D40-8BC3-9C4D-8BF4-6DB3D50837E2}" type="presOf" srcId="{D71903FD-0C9B-4642-92AD-16403929322B}" destId="{B1037869-9DC7-AC46-9090-5BEA3DC09033}" srcOrd="1" destOrd="0" presId="urn:microsoft.com/office/officeart/2005/8/layout/orgChart1"/>
    <dgm:cxn modelId="{EFB5EB42-73A1-7443-BA25-147DB457F3FF}" type="presOf" srcId="{9878E4B9-352C-3D41-B14C-CED51D02872C}" destId="{BE6FC59A-8511-C344-842C-87514252CFD0}" srcOrd="0" destOrd="0" presId="urn:microsoft.com/office/officeart/2005/8/layout/orgChart1"/>
    <dgm:cxn modelId="{316DFA43-51FC-8E41-8A46-1E353291BC06}" type="presOf" srcId="{A1FE2F27-1BDB-4948-8494-83D58BDBCEAE}" destId="{64168076-67CB-0147-8C52-3BD39B5EAA58}" srcOrd="0" destOrd="0" presId="urn:microsoft.com/office/officeart/2005/8/layout/orgChart1"/>
    <dgm:cxn modelId="{4785A34B-92EA-2F48-A0B7-38A47373CDA5}" type="presOf" srcId="{D71903FD-0C9B-4642-92AD-16403929322B}" destId="{3928D43F-E8EA-F848-BDF8-47E8070835E4}" srcOrd="0" destOrd="0" presId="urn:microsoft.com/office/officeart/2005/8/layout/orgChart1"/>
    <dgm:cxn modelId="{2BBA3856-4F4E-D34E-9583-B8FB5598869B}" type="presOf" srcId="{2335AA9E-375D-4946-8B4B-86870A293B3E}" destId="{1DF38784-59BA-9446-9B66-E3C89AEEC4EA}" srcOrd="0" destOrd="0" presId="urn:microsoft.com/office/officeart/2005/8/layout/orgChart1"/>
    <dgm:cxn modelId="{4AB07358-945A-6941-960A-8DFD910E6B55}" type="presOf" srcId="{51D8BA3E-1C87-CA47-ACDA-EF360D48D4C2}" destId="{399D96A7-2808-8B4B-B559-3C7FD521464E}" srcOrd="1" destOrd="0" presId="urn:microsoft.com/office/officeart/2005/8/layout/orgChart1"/>
    <dgm:cxn modelId="{76010462-93A9-6A42-A1B2-E687C70F76F0}" srcId="{25902F14-591D-5647-AC92-64AFF8A4FAEB}" destId="{06FDD172-01DA-5648-9A90-A91CE2F38D79}" srcOrd="0" destOrd="0" parTransId="{8E7156E1-7073-9049-AA81-B6C5485579B5}" sibTransId="{72A63417-34C2-5A4E-BAFC-C2FE6B31FF70}"/>
    <dgm:cxn modelId="{8E902065-6A88-CE45-8266-A68B937DE273}" type="presOf" srcId="{01596ADD-AA3A-A442-BD67-2DB9F9F1B84E}" destId="{9068E617-15D5-3045-BFF1-7FC697F312CD}" srcOrd="0" destOrd="0" presId="urn:microsoft.com/office/officeart/2005/8/layout/orgChart1"/>
    <dgm:cxn modelId="{0B81D965-86E6-6544-98D8-9D63B7B2AB6D}" srcId="{A1FE2F27-1BDB-4948-8494-83D58BDBCEAE}" destId="{92113EC9-4888-2D43-8FA6-0C6432049756}" srcOrd="0" destOrd="0" parTransId="{7B26563B-DBC7-BC48-8D22-94FAF4AD6A23}" sibTransId="{A907903D-B99A-EE4B-A84E-86607A6DEB91}"/>
    <dgm:cxn modelId="{30F5FE70-3C49-EA4B-BC26-D78D76FEEE7F}" type="presOf" srcId="{E99E7294-A4F8-ED45-8A09-1FF667800FEF}" destId="{0A13541A-A90E-7A42-AB4E-B7500978B9D2}" srcOrd="0" destOrd="0" presId="urn:microsoft.com/office/officeart/2005/8/layout/orgChart1"/>
    <dgm:cxn modelId="{EE621971-BC94-444D-9B1D-2F1C5F094BE2}" srcId="{D269E8DF-2017-2843-B3D2-AFDF8C66290A}" destId="{48A59220-4357-0F4E-944D-9D49D7162653}" srcOrd="0" destOrd="0" parTransId="{01596ADD-AA3A-A442-BD67-2DB9F9F1B84E}" sibTransId="{4772CDB8-8631-974D-A8DD-C1A27A7001B7}"/>
    <dgm:cxn modelId="{A1E16D78-FF3B-FE4D-B8DE-218D67198BA1}" type="presOf" srcId="{CE8977A7-710F-4942-8282-DB7F709069CE}" destId="{5E8585B2-854D-EA4C-A2D4-E5BEA1872FFB}" srcOrd="0" destOrd="0" presId="urn:microsoft.com/office/officeart/2005/8/layout/orgChart1"/>
    <dgm:cxn modelId="{4E82B07C-42A9-5F41-9CAD-60F7AE660A1E}" type="presOf" srcId="{A7090479-A2DE-5F40-8B92-A9641D025BE7}" destId="{104B41AA-A63F-8A4F-96EA-3FF7B55046A4}" srcOrd="0" destOrd="0" presId="urn:microsoft.com/office/officeart/2005/8/layout/orgChart1"/>
    <dgm:cxn modelId="{E2D7C17D-31C1-0B44-AC7F-EF0347A8111F}" type="presOf" srcId="{51D8BA3E-1C87-CA47-ACDA-EF360D48D4C2}" destId="{95DA5190-087D-524C-908D-3624145EF20C}" srcOrd="0" destOrd="0" presId="urn:microsoft.com/office/officeart/2005/8/layout/orgChart1"/>
    <dgm:cxn modelId="{9723B47E-CA47-EC43-81E5-CE4234810DEC}" type="presOf" srcId="{A1FE2F27-1BDB-4948-8494-83D58BDBCEAE}" destId="{2514C566-A74C-6E4A-82F9-E83A516C9F47}" srcOrd="1" destOrd="0" presId="urn:microsoft.com/office/officeart/2005/8/layout/orgChart1"/>
    <dgm:cxn modelId="{841F5B7F-973B-F241-9968-E3D7A001E576}" type="presOf" srcId="{06FDD172-01DA-5648-9A90-A91CE2F38D79}" destId="{4C225FA2-F2C0-2940-98DB-7432DAADE86F}" srcOrd="0" destOrd="0" presId="urn:microsoft.com/office/officeart/2005/8/layout/orgChart1"/>
    <dgm:cxn modelId="{84E6A880-353C-5344-BD39-A1116A6EF900}" type="presOf" srcId="{DB53D4B5-CCC3-E840-A000-87B48A9F6174}" destId="{530F72DE-1EB6-1F4A-94AA-610DD859E869}" srcOrd="0" destOrd="0" presId="urn:microsoft.com/office/officeart/2005/8/layout/orgChart1"/>
    <dgm:cxn modelId="{1A2B0182-4E5B-594E-9003-90B48C5FB6C0}" type="presOf" srcId="{48A59220-4357-0F4E-944D-9D49D7162653}" destId="{92C175D8-2A53-8F4A-9646-14A6092C2049}" srcOrd="0" destOrd="0" presId="urn:microsoft.com/office/officeart/2005/8/layout/orgChart1"/>
    <dgm:cxn modelId="{C16BDE88-45C5-6F4A-9E2A-2A969ADCB498}" type="presOf" srcId="{25902F14-591D-5647-AC92-64AFF8A4FAEB}" destId="{0249E0E8-761A-1942-9F1C-0884D02765C8}" srcOrd="0" destOrd="0" presId="urn:microsoft.com/office/officeart/2005/8/layout/orgChart1"/>
    <dgm:cxn modelId="{6465558D-54DF-C248-BBDA-71590B5ACFE4}" type="presOf" srcId="{E99E7294-A4F8-ED45-8A09-1FF667800FEF}" destId="{65373F70-41C8-C34E-BFF1-AF01A09FA5BE}" srcOrd="1" destOrd="0" presId="urn:microsoft.com/office/officeart/2005/8/layout/orgChart1"/>
    <dgm:cxn modelId="{C83FD18D-97BB-2545-92A6-B3B895B8411C}" type="presOf" srcId="{CFB06F1C-CAA3-E745-A66C-AF55C1CE1553}" destId="{3E0B51F9-5D1C-024B-B0A3-AD531C743C3D}" srcOrd="1" destOrd="0" presId="urn:microsoft.com/office/officeart/2005/8/layout/orgChart1"/>
    <dgm:cxn modelId="{58884191-B7AA-1945-A18C-13744E01625F}" srcId="{25902F14-591D-5647-AC92-64AFF8A4FAEB}" destId="{A1FE2F27-1BDB-4948-8494-83D58BDBCEAE}" srcOrd="1" destOrd="0" parTransId="{563C68DC-C216-B045-870C-45E32AB93600}" sibTransId="{21B357D0-9B05-FA48-A5B8-AA9B8D9EBA56}"/>
    <dgm:cxn modelId="{4FBBA595-3A36-6E4D-9909-3B9BA1E64FCB}" srcId="{06FDD172-01DA-5648-9A90-A91CE2F38D79}" destId="{CE8977A7-710F-4942-8282-DB7F709069CE}" srcOrd="0" destOrd="0" parTransId="{04B6D7A0-634A-3C4D-B74E-EC261A438904}" sibTransId="{CDD99D19-F94B-D541-A313-39A138341021}"/>
    <dgm:cxn modelId="{5BD6ADA2-4291-FA45-AFB3-4D13E495FC95}" srcId="{92113EC9-4888-2D43-8FA6-0C6432049756}" destId="{E99E7294-A4F8-ED45-8A09-1FF667800FEF}" srcOrd="0" destOrd="0" parTransId="{A7090479-A2DE-5F40-8B92-A9641D025BE7}" sibTransId="{A144A738-A741-7649-9990-3416A490A126}"/>
    <dgm:cxn modelId="{47C5BDB0-C949-334D-93DD-AEB78CCDE3BE}" type="presOf" srcId="{04B6D7A0-634A-3C4D-B74E-EC261A438904}" destId="{2C791EEE-2C78-6A4F-BC9B-30DDD8668021}" srcOrd="0" destOrd="0" presId="urn:microsoft.com/office/officeart/2005/8/layout/orgChart1"/>
    <dgm:cxn modelId="{6D3AA7B1-C644-384A-A137-2202BC4719A0}" type="presOf" srcId="{D269E8DF-2017-2843-B3D2-AFDF8C66290A}" destId="{266388A1-E323-624F-AD0E-94256BA132A9}" srcOrd="1" destOrd="0" presId="urn:microsoft.com/office/officeart/2005/8/layout/orgChart1"/>
    <dgm:cxn modelId="{388591B3-BFF5-9F44-B1D3-37FF501B0585}" type="presOf" srcId="{CFB06F1C-CAA3-E745-A66C-AF55C1CE1553}" destId="{2C449DC2-D1BE-C441-9B4F-3FD6059E393A}" srcOrd="0" destOrd="0" presId="urn:microsoft.com/office/officeart/2005/8/layout/orgChart1"/>
    <dgm:cxn modelId="{C26669C0-08DF-5748-AA60-4771E79EBEC9}" type="presOf" srcId="{4A1D3CA7-9562-8944-852D-A2F6FB560535}" destId="{D3BFFDBC-D4D3-7C42-81AE-505EAE37673B}" srcOrd="0" destOrd="0" presId="urn:microsoft.com/office/officeart/2005/8/layout/orgChart1"/>
    <dgm:cxn modelId="{66887FC3-C7F1-004A-BE69-F90E9401BC6A}" srcId="{254E024A-FA3D-8F48-ACA6-B643435893AC}" destId="{D71903FD-0C9B-4642-92AD-16403929322B}" srcOrd="0" destOrd="0" parTransId="{F890A608-3131-A74C-A7B3-7D4D0B3425AD}" sibTransId="{E4D4DD62-AB8B-094D-AC5E-0C291EDEA51A}"/>
    <dgm:cxn modelId="{129CF5C3-E21F-D549-BC96-8812C2E8C571}" type="presOf" srcId="{F890A608-3131-A74C-A7B3-7D4D0B3425AD}" destId="{02877056-4D6D-3A44-8680-61CFCFC95C20}" srcOrd="0" destOrd="0" presId="urn:microsoft.com/office/officeart/2005/8/layout/orgChart1"/>
    <dgm:cxn modelId="{D277FDC3-97B5-D64F-AC9E-6351A99D75DE}" srcId="{25902F14-591D-5647-AC92-64AFF8A4FAEB}" destId="{CFB06F1C-CAA3-E745-A66C-AF55C1CE1553}" srcOrd="2" destOrd="0" parTransId="{39441F3C-445F-C946-97D8-970F29B5C083}" sibTransId="{7BF72939-7F71-8E40-A720-A53AF34BB846}"/>
    <dgm:cxn modelId="{53A3B9C5-150D-8142-A2FA-BD83F0D2D85B}" type="presOf" srcId="{D269E8DF-2017-2843-B3D2-AFDF8C66290A}" destId="{55E6534C-26E9-FD44-BBFD-5F8F2FEDAA51}" srcOrd="0" destOrd="0" presId="urn:microsoft.com/office/officeart/2005/8/layout/orgChart1"/>
    <dgm:cxn modelId="{9505D4C6-B953-4B47-BCB1-729D9D990155}" srcId="{06FDD172-01DA-5648-9A90-A91CE2F38D79}" destId="{66BA48FD-6C52-2946-8905-F0EB26F0CDB2}" srcOrd="1" destOrd="0" parTransId="{4A1D3CA7-9562-8944-852D-A2F6FB560535}" sibTransId="{0CFA736A-3F55-CB4C-A569-AAA1D813A95E}"/>
    <dgm:cxn modelId="{A24DC8C9-0B54-4345-A52C-EB5D2F960C21}" type="presOf" srcId="{92113EC9-4888-2D43-8FA6-0C6432049756}" destId="{BAC14306-9DBF-0047-B357-AE013B7C381B}" srcOrd="1" destOrd="0" presId="urn:microsoft.com/office/officeart/2005/8/layout/orgChart1"/>
    <dgm:cxn modelId="{DA7A0CCD-B5CE-5B46-AE50-40B67D2A4D5F}" srcId="{E99E7294-A4F8-ED45-8A09-1FF667800FEF}" destId="{A13A6F2B-A6FA-5847-95CC-609DA55FE326}" srcOrd="0" destOrd="0" parTransId="{249B9AC1-16B0-5649-8000-E9E8847FA825}" sibTransId="{D245591F-3100-2440-BE99-1F7DD0BD58E2}"/>
    <dgm:cxn modelId="{22228DD1-EACA-994C-99A6-F2474117FD11}" type="presOf" srcId="{1F6C6AEF-C5E3-8347-BE79-04022C0800BD}" destId="{0C863AED-74CE-8841-B980-16C8CFC1D491}" srcOrd="0" destOrd="0" presId="urn:microsoft.com/office/officeart/2005/8/layout/orgChart1"/>
    <dgm:cxn modelId="{7DEFF7D2-A928-9B45-A6E9-445ECF71720C}" type="presOf" srcId="{66BA48FD-6C52-2946-8905-F0EB26F0CDB2}" destId="{FE7E3EE0-AE4B-7D41-843D-9619ECDBDE10}" srcOrd="0" destOrd="0" presId="urn:microsoft.com/office/officeart/2005/8/layout/orgChart1"/>
    <dgm:cxn modelId="{B515E0DF-8EB7-C247-988D-F8D97C61326E}" srcId="{D71903FD-0C9B-4642-92AD-16403929322B}" destId="{51D8BA3E-1C87-CA47-ACDA-EF360D48D4C2}" srcOrd="0" destOrd="0" parTransId="{DB53D4B5-CCC3-E840-A000-87B48A9F6174}" sibTransId="{F7C90608-F185-134F-8BC8-84EF7A7FFE30}"/>
    <dgm:cxn modelId="{5B33D8E6-EB93-7E4A-89B4-9E0066A837DA}" type="presOf" srcId="{FE75841B-B36D-A64B-A717-4F8AC7DF3BA3}" destId="{92EF1F57-C9E2-0945-9B55-B43809CA15DD}" srcOrd="0" destOrd="0" presId="urn:microsoft.com/office/officeart/2005/8/layout/orgChart1"/>
    <dgm:cxn modelId="{FD26A0E7-35AF-4243-B2AE-0DC282CD6C4B}" type="presOf" srcId="{48A59220-4357-0F4E-944D-9D49D7162653}" destId="{D465F96B-7D67-3942-890C-460545C9C718}" srcOrd="1" destOrd="0" presId="urn:microsoft.com/office/officeart/2005/8/layout/orgChart1"/>
    <dgm:cxn modelId="{679282EB-9A89-7843-B4D0-14C2EDC794FB}" type="presOf" srcId="{254E024A-FA3D-8F48-ACA6-B643435893AC}" destId="{6C7E857E-20E7-C843-9598-B197503363A3}" srcOrd="0" destOrd="0" presId="urn:microsoft.com/office/officeart/2005/8/layout/orgChart1"/>
    <dgm:cxn modelId="{5DF56CEC-FB8C-AD4C-B85E-B8B310C7E7BD}" type="presOf" srcId="{66BA48FD-6C52-2946-8905-F0EB26F0CDB2}" destId="{04D1F5BA-F840-794D-BAB3-EAE53CDF073C}" srcOrd="1" destOrd="0" presId="urn:microsoft.com/office/officeart/2005/8/layout/orgChart1"/>
    <dgm:cxn modelId="{ED8BAEEE-DE4D-A646-B36D-396ECC45EC75}" type="presOf" srcId="{CE8977A7-710F-4942-8282-DB7F709069CE}" destId="{53862188-D9AA-4A46-92DF-0049633F955F}" srcOrd="1" destOrd="0" presId="urn:microsoft.com/office/officeart/2005/8/layout/orgChart1"/>
    <dgm:cxn modelId="{2E6C8AEF-2BC2-C84B-A9FC-49ED8006353B}" type="presOf" srcId="{06FDD172-01DA-5648-9A90-A91CE2F38D79}" destId="{7A4A0DFD-4E7F-4340-8988-C477EE5F55FC}" srcOrd="1" destOrd="0" presId="urn:microsoft.com/office/officeart/2005/8/layout/orgChart1"/>
    <dgm:cxn modelId="{BC268DF5-61CB-504B-A6C9-C38E77B60C64}" type="presOf" srcId="{254E024A-FA3D-8F48-ACA6-B643435893AC}" destId="{4F8A6319-4AF2-F848-8211-BB6A050F2EE1}" srcOrd="1" destOrd="0" presId="urn:microsoft.com/office/officeart/2005/8/layout/orgChart1"/>
    <dgm:cxn modelId="{508BBAFF-9B9A-754B-9DC6-EE1BEFD5355D}" type="presOf" srcId="{92113EC9-4888-2D43-8FA6-0C6432049756}" destId="{2942B61E-5B4E-8E42-B363-D9B11B0DBF25}" srcOrd="0" destOrd="0" presId="urn:microsoft.com/office/officeart/2005/8/layout/orgChart1"/>
    <dgm:cxn modelId="{7598E5CF-404B-794F-AD80-5C7599B17241}" type="presParOf" srcId="{0249E0E8-761A-1942-9F1C-0884D02765C8}" destId="{35EEA08E-BE0F-6547-A867-14323535D5A7}" srcOrd="0" destOrd="0" presId="urn:microsoft.com/office/officeart/2005/8/layout/orgChart1"/>
    <dgm:cxn modelId="{0F6002FB-7DF7-6840-8A62-1E19C60AF811}" type="presParOf" srcId="{35EEA08E-BE0F-6547-A867-14323535D5A7}" destId="{17E496C0-C45D-D847-8BA1-74E57F65DCB9}" srcOrd="0" destOrd="0" presId="urn:microsoft.com/office/officeart/2005/8/layout/orgChart1"/>
    <dgm:cxn modelId="{66973F03-086D-D546-AD53-D9205B9C4C7B}" type="presParOf" srcId="{17E496C0-C45D-D847-8BA1-74E57F65DCB9}" destId="{4C225FA2-F2C0-2940-98DB-7432DAADE86F}" srcOrd="0" destOrd="0" presId="urn:microsoft.com/office/officeart/2005/8/layout/orgChart1"/>
    <dgm:cxn modelId="{4059801B-5A72-D84E-83DF-13A2D7531BD9}" type="presParOf" srcId="{17E496C0-C45D-D847-8BA1-74E57F65DCB9}" destId="{7A4A0DFD-4E7F-4340-8988-C477EE5F55FC}" srcOrd="1" destOrd="0" presId="urn:microsoft.com/office/officeart/2005/8/layout/orgChart1"/>
    <dgm:cxn modelId="{02F9BE75-A637-2344-B79E-ACD7D362B4D1}" type="presParOf" srcId="{35EEA08E-BE0F-6547-A867-14323535D5A7}" destId="{9A1E9E2E-B9E7-E448-BBE4-5F43514C09C5}" srcOrd="1" destOrd="0" presId="urn:microsoft.com/office/officeart/2005/8/layout/orgChart1"/>
    <dgm:cxn modelId="{D306190A-CC9F-7648-9077-B93C1DCE434B}" type="presParOf" srcId="{9A1E9E2E-B9E7-E448-BBE4-5F43514C09C5}" destId="{2C791EEE-2C78-6A4F-BC9B-30DDD8668021}" srcOrd="0" destOrd="0" presId="urn:microsoft.com/office/officeart/2005/8/layout/orgChart1"/>
    <dgm:cxn modelId="{C19098C6-00BB-B54D-A5FA-30EDF3F5DD58}" type="presParOf" srcId="{9A1E9E2E-B9E7-E448-BBE4-5F43514C09C5}" destId="{EE1B274F-1D42-4D4B-B546-554448F640C1}" srcOrd="1" destOrd="0" presId="urn:microsoft.com/office/officeart/2005/8/layout/orgChart1"/>
    <dgm:cxn modelId="{168E084F-7709-E145-8071-DE61EFF2999E}" type="presParOf" srcId="{EE1B274F-1D42-4D4B-B546-554448F640C1}" destId="{22C581C5-E4B5-E64B-9B70-4D9CD0B8AAE6}" srcOrd="0" destOrd="0" presId="urn:microsoft.com/office/officeart/2005/8/layout/orgChart1"/>
    <dgm:cxn modelId="{58201F64-EFA1-BA41-B72D-67E85D0F7E4D}" type="presParOf" srcId="{22C581C5-E4B5-E64B-9B70-4D9CD0B8AAE6}" destId="{5E8585B2-854D-EA4C-A2D4-E5BEA1872FFB}" srcOrd="0" destOrd="0" presId="urn:microsoft.com/office/officeart/2005/8/layout/orgChart1"/>
    <dgm:cxn modelId="{6ADA48F4-E961-F243-AA88-7AF1ED431A50}" type="presParOf" srcId="{22C581C5-E4B5-E64B-9B70-4D9CD0B8AAE6}" destId="{53862188-D9AA-4A46-92DF-0049633F955F}" srcOrd="1" destOrd="0" presId="urn:microsoft.com/office/officeart/2005/8/layout/orgChart1"/>
    <dgm:cxn modelId="{BC268F96-C4AF-BF41-9096-BDB8C949A5B8}" type="presParOf" srcId="{EE1B274F-1D42-4D4B-B546-554448F640C1}" destId="{600F7A25-2B2C-C94F-BC4F-7F0E33A11462}" srcOrd="1" destOrd="0" presId="urn:microsoft.com/office/officeart/2005/8/layout/orgChart1"/>
    <dgm:cxn modelId="{44AC374A-2958-924C-B115-B3E40E252F73}" type="presParOf" srcId="{EE1B274F-1D42-4D4B-B546-554448F640C1}" destId="{8EC48D96-BBE3-FA45-B039-83121203F10F}" srcOrd="2" destOrd="0" presId="urn:microsoft.com/office/officeart/2005/8/layout/orgChart1"/>
    <dgm:cxn modelId="{40480BFF-35BE-C144-9AF9-705F38485FC1}" type="presParOf" srcId="{9A1E9E2E-B9E7-E448-BBE4-5F43514C09C5}" destId="{D3BFFDBC-D4D3-7C42-81AE-505EAE37673B}" srcOrd="2" destOrd="0" presId="urn:microsoft.com/office/officeart/2005/8/layout/orgChart1"/>
    <dgm:cxn modelId="{247D7683-3780-A24C-9D02-62AE1DD49AF1}" type="presParOf" srcId="{9A1E9E2E-B9E7-E448-BBE4-5F43514C09C5}" destId="{D9371CD4-BB1F-064D-8AC9-4228A57E297E}" srcOrd="3" destOrd="0" presId="urn:microsoft.com/office/officeart/2005/8/layout/orgChart1"/>
    <dgm:cxn modelId="{B228C3BE-1670-9A4B-8AA6-D658728159D5}" type="presParOf" srcId="{D9371CD4-BB1F-064D-8AC9-4228A57E297E}" destId="{6B5D77BD-F589-A743-9B89-D2AF1D3BFB2B}" srcOrd="0" destOrd="0" presId="urn:microsoft.com/office/officeart/2005/8/layout/orgChart1"/>
    <dgm:cxn modelId="{1EDBACB3-8E27-6D4B-B55D-692140ECDF5F}" type="presParOf" srcId="{6B5D77BD-F589-A743-9B89-D2AF1D3BFB2B}" destId="{FE7E3EE0-AE4B-7D41-843D-9619ECDBDE10}" srcOrd="0" destOrd="0" presId="urn:microsoft.com/office/officeart/2005/8/layout/orgChart1"/>
    <dgm:cxn modelId="{70492A99-F90D-FF49-BC9F-3477AD758BAF}" type="presParOf" srcId="{6B5D77BD-F589-A743-9B89-D2AF1D3BFB2B}" destId="{04D1F5BA-F840-794D-BAB3-EAE53CDF073C}" srcOrd="1" destOrd="0" presId="urn:microsoft.com/office/officeart/2005/8/layout/orgChart1"/>
    <dgm:cxn modelId="{17A17F9B-A482-CB43-80C9-874E4CB39A4E}" type="presParOf" srcId="{D9371CD4-BB1F-064D-8AC9-4228A57E297E}" destId="{376A6AE0-1CC5-7046-B371-FE99607CF7DD}" srcOrd="1" destOrd="0" presId="urn:microsoft.com/office/officeart/2005/8/layout/orgChart1"/>
    <dgm:cxn modelId="{19BDD882-3484-0243-9CA5-67D1DA8C82BF}" type="presParOf" srcId="{D9371CD4-BB1F-064D-8AC9-4228A57E297E}" destId="{3E765DCF-0C5A-D041-AED0-B752EA0440D4}" srcOrd="2" destOrd="0" presId="urn:microsoft.com/office/officeart/2005/8/layout/orgChart1"/>
    <dgm:cxn modelId="{DF051DC2-57DC-3348-9A50-3C50D8663508}" type="presParOf" srcId="{9A1E9E2E-B9E7-E448-BBE4-5F43514C09C5}" destId="{BE6FC59A-8511-C344-842C-87514252CFD0}" srcOrd="4" destOrd="0" presId="urn:microsoft.com/office/officeart/2005/8/layout/orgChart1"/>
    <dgm:cxn modelId="{CFC0DD64-8CEA-A040-90B7-2FF1C192AB73}" type="presParOf" srcId="{9A1E9E2E-B9E7-E448-BBE4-5F43514C09C5}" destId="{A05E6D43-AA94-AF4F-A7FC-ADC9BEC6CCDF}" srcOrd="5" destOrd="0" presId="urn:microsoft.com/office/officeart/2005/8/layout/orgChart1"/>
    <dgm:cxn modelId="{881A4BA4-12A9-2E48-A343-1DFD26EFFCD8}" type="presParOf" srcId="{A05E6D43-AA94-AF4F-A7FC-ADC9BEC6CCDF}" destId="{FD128182-1241-E045-8237-237667A73169}" srcOrd="0" destOrd="0" presId="urn:microsoft.com/office/officeart/2005/8/layout/orgChart1"/>
    <dgm:cxn modelId="{16EEE04B-BED3-F540-B7A9-C548B19A807F}" type="presParOf" srcId="{FD128182-1241-E045-8237-237667A73169}" destId="{55E6534C-26E9-FD44-BBFD-5F8F2FEDAA51}" srcOrd="0" destOrd="0" presId="urn:microsoft.com/office/officeart/2005/8/layout/orgChart1"/>
    <dgm:cxn modelId="{39EBF1C0-6472-5348-85A3-A0E83FDD83A8}" type="presParOf" srcId="{FD128182-1241-E045-8237-237667A73169}" destId="{266388A1-E323-624F-AD0E-94256BA132A9}" srcOrd="1" destOrd="0" presId="urn:microsoft.com/office/officeart/2005/8/layout/orgChart1"/>
    <dgm:cxn modelId="{FFE7C08E-D98F-D745-8A6D-BADAFA7FF5EB}" type="presParOf" srcId="{A05E6D43-AA94-AF4F-A7FC-ADC9BEC6CCDF}" destId="{C53A4357-FAF9-2749-A542-1A14186AB789}" srcOrd="1" destOrd="0" presId="urn:microsoft.com/office/officeart/2005/8/layout/orgChart1"/>
    <dgm:cxn modelId="{6346E16B-7A1D-604C-93FA-84B3C464FFC4}" type="presParOf" srcId="{C53A4357-FAF9-2749-A542-1A14186AB789}" destId="{9068E617-15D5-3045-BFF1-7FC697F312CD}" srcOrd="0" destOrd="0" presId="urn:microsoft.com/office/officeart/2005/8/layout/orgChart1"/>
    <dgm:cxn modelId="{E60B82DA-E803-9142-BF36-58350EAE2D3B}" type="presParOf" srcId="{C53A4357-FAF9-2749-A542-1A14186AB789}" destId="{1DA30774-B445-D747-B2D0-7AA8E1D12B76}" srcOrd="1" destOrd="0" presId="urn:microsoft.com/office/officeart/2005/8/layout/orgChart1"/>
    <dgm:cxn modelId="{7FA00410-6882-0D4E-91CE-B19F489918E2}" type="presParOf" srcId="{1DA30774-B445-D747-B2D0-7AA8E1D12B76}" destId="{1758BAAD-A18F-FF48-8004-E97959F8824A}" srcOrd="0" destOrd="0" presId="urn:microsoft.com/office/officeart/2005/8/layout/orgChart1"/>
    <dgm:cxn modelId="{26F05659-F4CE-2B4C-8D10-ABDB25AE28F9}" type="presParOf" srcId="{1758BAAD-A18F-FF48-8004-E97959F8824A}" destId="{92C175D8-2A53-8F4A-9646-14A6092C2049}" srcOrd="0" destOrd="0" presId="urn:microsoft.com/office/officeart/2005/8/layout/orgChart1"/>
    <dgm:cxn modelId="{04B5E8F3-E680-984A-B12C-833D9B0A202C}" type="presParOf" srcId="{1758BAAD-A18F-FF48-8004-E97959F8824A}" destId="{D465F96B-7D67-3942-890C-460545C9C718}" srcOrd="1" destOrd="0" presId="urn:microsoft.com/office/officeart/2005/8/layout/orgChart1"/>
    <dgm:cxn modelId="{6922280F-22F4-8F47-B3C2-D8B72D2FC3FD}" type="presParOf" srcId="{1DA30774-B445-D747-B2D0-7AA8E1D12B76}" destId="{471928BE-E8AE-BD4B-9D7E-1B49A5B5D6F6}" srcOrd="1" destOrd="0" presId="urn:microsoft.com/office/officeart/2005/8/layout/orgChart1"/>
    <dgm:cxn modelId="{0A7E7FAE-598F-1A41-B807-D82CFC74A331}" type="presParOf" srcId="{471928BE-E8AE-BD4B-9D7E-1B49A5B5D6F6}" destId="{1DF38784-59BA-9446-9B66-E3C89AEEC4EA}" srcOrd="0" destOrd="0" presId="urn:microsoft.com/office/officeart/2005/8/layout/orgChart1"/>
    <dgm:cxn modelId="{A9F74098-6330-6A4C-A02B-218C11E0164E}" type="presParOf" srcId="{471928BE-E8AE-BD4B-9D7E-1B49A5B5D6F6}" destId="{F66B6539-5CDC-B44E-A099-5DF7C5C627EC}" srcOrd="1" destOrd="0" presId="urn:microsoft.com/office/officeart/2005/8/layout/orgChart1"/>
    <dgm:cxn modelId="{47B75579-DECF-8548-9528-AA0E78267B2B}" type="presParOf" srcId="{F66B6539-5CDC-B44E-A099-5DF7C5C627EC}" destId="{B1E9D3DE-3EAF-BB47-8D45-06A4F0590FA1}" srcOrd="0" destOrd="0" presId="urn:microsoft.com/office/officeart/2005/8/layout/orgChart1"/>
    <dgm:cxn modelId="{9A7BA191-2F7B-AF48-B248-D2F41D489339}" type="presParOf" srcId="{B1E9D3DE-3EAF-BB47-8D45-06A4F0590FA1}" destId="{0C863AED-74CE-8841-B980-16C8CFC1D491}" srcOrd="0" destOrd="0" presId="urn:microsoft.com/office/officeart/2005/8/layout/orgChart1"/>
    <dgm:cxn modelId="{12AF3A2E-4CB0-C148-8BAB-95E3BC6F9A26}" type="presParOf" srcId="{B1E9D3DE-3EAF-BB47-8D45-06A4F0590FA1}" destId="{9A93CE8E-784D-FE4E-B94C-310A94056437}" srcOrd="1" destOrd="0" presId="urn:microsoft.com/office/officeart/2005/8/layout/orgChart1"/>
    <dgm:cxn modelId="{13B6C6C4-5DD6-904E-95AB-E40A5528E81E}" type="presParOf" srcId="{F66B6539-5CDC-B44E-A099-5DF7C5C627EC}" destId="{FABB6F9D-D89F-5341-8ACE-928BE3A13D54}" srcOrd="1" destOrd="0" presId="urn:microsoft.com/office/officeart/2005/8/layout/orgChart1"/>
    <dgm:cxn modelId="{EDA891A2-E105-5A47-B48A-645DE7061B09}" type="presParOf" srcId="{F66B6539-5CDC-B44E-A099-5DF7C5C627EC}" destId="{52856850-1B7B-0C4F-8F83-50F1C449242D}" srcOrd="2" destOrd="0" presId="urn:microsoft.com/office/officeart/2005/8/layout/orgChart1"/>
    <dgm:cxn modelId="{0AD84F88-684B-514C-AC44-68F3FA79EF91}" type="presParOf" srcId="{1DA30774-B445-D747-B2D0-7AA8E1D12B76}" destId="{1081431F-663D-AB4F-B64A-2171CE83897D}" srcOrd="2" destOrd="0" presId="urn:microsoft.com/office/officeart/2005/8/layout/orgChart1"/>
    <dgm:cxn modelId="{3FC3C048-202A-8647-A340-A872B1BCA585}" type="presParOf" srcId="{A05E6D43-AA94-AF4F-A7FC-ADC9BEC6CCDF}" destId="{501FBAAA-F5EF-0140-B3E8-33C655F423B0}" srcOrd="2" destOrd="0" presId="urn:microsoft.com/office/officeart/2005/8/layout/orgChart1"/>
    <dgm:cxn modelId="{B8B93772-04E8-754B-9CA9-9A8AC2DF9590}" type="presParOf" srcId="{35EEA08E-BE0F-6547-A867-14323535D5A7}" destId="{061096C9-8BA6-1C4C-BC70-2D051BFD3DA7}" srcOrd="2" destOrd="0" presId="urn:microsoft.com/office/officeart/2005/8/layout/orgChart1"/>
    <dgm:cxn modelId="{B373FC7D-AF91-3542-89B1-8FF5BAAD1EEC}" type="presParOf" srcId="{0249E0E8-761A-1942-9F1C-0884D02765C8}" destId="{314C9221-042C-5C41-8EFC-21CD0160844F}" srcOrd="1" destOrd="0" presId="urn:microsoft.com/office/officeart/2005/8/layout/orgChart1"/>
    <dgm:cxn modelId="{77FCF18A-F721-C843-A600-15C4C0890AF9}" type="presParOf" srcId="{314C9221-042C-5C41-8EFC-21CD0160844F}" destId="{65C1A8C2-BA2B-2C42-8E98-E277C3A22DAC}" srcOrd="0" destOrd="0" presId="urn:microsoft.com/office/officeart/2005/8/layout/orgChart1"/>
    <dgm:cxn modelId="{811F5A35-2897-134B-B2F3-D0A5AAE922F7}" type="presParOf" srcId="{65C1A8C2-BA2B-2C42-8E98-E277C3A22DAC}" destId="{64168076-67CB-0147-8C52-3BD39B5EAA58}" srcOrd="0" destOrd="0" presId="urn:microsoft.com/office/officeart/2005/8/layout/orgChart1"/>
    <dgm:cxn modelId="{B2C0EF00-02F1-C64A-ABD0-D1AB0923D82C}" type="presParOf" srcId="{65C1A8C2-BA2B-2C42-8E98-E277C3A22DAC}" destId="{2514C566-A74C-6E4A-82F9-E83A516C9F47}" srcOrd="1" destOrd="0" presId="urn:microsoft.com/office/officeart/2005/8/layout/orgChart1"/>
    <dgm:cxn modelId="{73370ED7-5492-A344-96E5-C680052820D0}" type="presParOf" srcId="{314C9221-042C-5C41-8EFC-21CD0160844F}" destId="{6920C23C-9DAF-6F45-8967-605F63328AB9}" srcOrd="1" destOrd="0" presId="urn:microsoft.com/office/officeart/2005/8/layout/orgChart1"/>
    <dgm:cxn modelId="{5F5FE829-C972-304B-AE5B-9B9616CAA38F}" type="presParOf" srcId="{6920C23C-9DAF-6F45-8967-605F63328AB9}" destId="{4F61CB1E-7A79-FC42-856D-657715675A26}" srcOrd="0" destOrd="0" presId="urn:microsoft.com/office/officeart/2005/8/layout/orgChart1"/>
    <dgm:cxn modelId="{638E282D-1446-3A4D-B159-3144F3A08C8D}" type="presParOf" srcId="{6920C23C-9DAF-6F45-8967-605F63328AB9}" destId="{177B6270-932E-B74B-BF39-BCBDE166DAF0}" srcOrd="1" destOrd="0" presId="urn:microsoft.com/office/officeart/2005/8/layout/orgChart1"/>
    <dgm:cxn modelId="{12335837-1BCF-D841-ADCD-98DA2DECDFF4}" type="presParOf" srcId="{177B6270-932E-B74B-BF39-BCBDE166DAF0}" destId="{2D25A2F6-E5C3-4140-85A3-B695ED7E7169}" srcOrd="0" destOrd="0" presId="urn:microsoft.com/office/officeart/2005/8/layout/orgChart1"/>
    <dgm:cxn modelId="{6A3C8A77-3080-DA48-93DC-57D6709DCD3C}" type="presParOf" srcId="{2D25A2F6-E5C3-4140-85A3-B695ED7E7169}" destId="{2942B61E-5B4E-8E42-B363-D9B11B0DBF25}" srcOrd="0" destOrd="0" presId="urn:microsoft.com/office/officeart/2005/8/layout/orgChart1"/>
    <dgm:cxn modelId="{091581B5-6330-A944-B64D-0993F39D23DD}" type="presParOf" srcId="{2D25A2F6-E5C3-4140-85A3-B695ED7E7169}" destId="{BAC14306-9DBF-0047-B357-AE013B7C381B}" srcOrd="1" destOrd="0" presId="urn:microsoft.com/office/officeart/2005/8/layout/orgChart1"/>
    <dgm:cxn modelId="{D9C4EDA2-B6E3-2449-8FF3-E4A74876E82E}" type="presParOf" srcId="{177B6270-932E-B74B-BF39-BCBDE166DAF0}" destId="{13F5610E-EDB1-A249-8CC0-E724CE7499FE}" srcOrd="1" destOrd="0" presId="urn:microsoft.com/office/officeart/2005/8/layout/orgChart1"/>
    <dgm:cxn modelId="{D5490497-362D-3C48-A472-7719FAF2FC56}" type="presParOf" srcId="{13F5610E-EDB1-A249-8CC0-E724CE7499FE}" destId="{104B41AA-A63F-8A4F-96EA-3FF7B55046A4}" srcOrd="0" destOrd="0" presId="urn:microsoft.com/office/officeart/2005/8/layout/orgChart1"/>
    <dgm:cxn modelId="{83DEDBDA-29A7-7F4A-9339-F992680AF544}" type="presParOf" srcId="{13F5610E-EDB1-A249-8CC0-E724CE7499FE}" destId="{BC06E0D6-5762-B944-BC77-95DEE8C15E23}" srcOrd="1" destOrd="0" presId="urn:microsoft.com/office/officeart/2005/8/layout/orgChart1"/>
    <dgm:cxn modelId="{DE62BD57-CA4F-484F-88D9-CE57683FE42F}" type="presParOf" srcId="{BC06E0D6-5762-B944-BC77-95DEE8C15E23}" destId="{0CE7328F-0E86-BD40-BB80-3FE8A2E38B96}" srcOrd="0" destOrd="0" presId="urn:microsoft.com/office/officeart/2005/8/layout/orgChart1"/>
    <dgm:cxn modelId="{68382251-A006-084C-86E3-B1AA83E97F94}" type="presParOf" srcId="{0CE7328F-0E86-BD40-BB80-3FE8A2E38B96}" destId="{0A13541A-A90E-7A42-AB4E-B7500978B9D2}" srcOrd="0" destOrd="0" presId="urn:microsoft.com/office/officeart/2005/8/layout/orgChart1"/>
    <dgm:cxn modelId="{51A8F113-F667-D541-975D-34E4A99393B3}" type="presParOf" srcId="{0CE7328F-0E86-BD40-BB80-3FE8A2E38B96}" destId="{65373F70-41C8-C34E-BFF1-AF01A09FA5BE}" srcOrd="1" destOrd="0" presId="urn:microsoft.com/office/officeart/2005/8/layout/orgChart1"/>
    <dgm:cxn modelId="{E7505A4E-AD70-6B48-B2A7-4471D5592AE5}" type="presParOf" srcId="{BC06E0D6-5762-B944-BC77-95DEE8C15E23}" destId="{342E19AA-108E-D849-9554-8BFD86CC68EE}" srcOrd="1" destOrd="0" presId="urn:microsoft.com/office/officeart/2005/8/layout/orgChart1"/>
    <dgm:cxn modelId="{48D92DF1-0095-B345-AB9D-0F61734F144F}" type="presParOf" srcId="{342E19AA-108E-D849-9554-8BFD86CC68EE}" destId="{A90978F5-7CC3-7041-9C32-E9688FFAC20F}" srcOrd="0" destOrd="0" presId="urn:microsoft.com/office/officeart/2005/8/layout/orgChart1"/>
    <dgm:cxn modelId="{8FF84427-B5E1-C14C-A822-933E5027F51C}" type="presParOf" srcId="{342E19AA-108E-D849-9554-8BFD86CC68EE}" destId="{BA682C38-0735-B143-A87A-64A427033AE7}" srcOrd="1" destOrd="0" presId="urn:microsoft.com/office/officeart/2005/8/layout/orgChart1"/>
    <dgm:cxn modelId="{D0BDF66B-34AA-6B48-BCD0-953350083A0A}" type="presParOf" srcId="{BA682C38-0735-B143-A87A-64A427033AE7}" destId="{58F15FEB-FA28-4242-9E1B-A13C58FB6E0A}" srcOrd="0" destOrd="0" presId="urn:microsoft.com/office/officeart/2005/8/layout/orgChart1"/>
    <dgm:cxn modelId="{DB061350-AE48-FA47-844F-BAF76C58F6EB}" type="presParOf" srcId="{58F15FEB-FA28-4242-9E1B-A13C58FB6E0A}" destId="{76D8CC8A-A79D-6A4A-B591-E680EA05826A}" srcOrd="0" destOrd="0" presId="urn:microsoft.com/office/officeart/2005/8/layout/orgChart1"/>
    <dgm:cxn modelId="{006310F5-F391-304A-B9D3-C9FC50C727A6}" type="presParOf" srcId="{58F15FEB-FA28-4242-9E1B-A13C58FB6E0A}" destId="{8FA51317-20EB-CE41-98EF-3BF84066DF3E}" srcOrd="1" destOrd="0" presId="urn:microsoft.com/office/officeart/2005/8/layout/orgChart1"/>
    <dgm:cxn modelId="{8CCB8735-16B4-174B-8696-0E4296A77961}" type="presParOf" srcId="{BA682C38-0735-B143-A87A-64A427033AE7}" destId="{615B7308-3B97-784D-98C6-9DB3C8FF7A06}" srcOrd="1" destOrd="0" presId="urn:microsoft.com/office/officeart/2005/8/layout/orgChart1"/>
    <dgm:cxn modelId="{254E4E7B-CD28-8E48-B6DB-A26A068EA7A0}" type="presParOf" srcId="{BA682C38-0735-B143-A87A-64A427033AE7}" destId="{02F668D7-5BF5-3B41-A728-6255E1E408C4}" srcOrd="2" destOrd="0" presId="urn:microsoft.com/office/officeart/2005/8/layout/orgChart1"/>
    <dgm:cxn modelId="{1045259E-AACC-064B-8984-45BED931BB40}" type="presParOf" srcId="{BC06E0D6-5762-B944-BC77-95DEE8C15E23}" destId="{50430222-BAF6-D042-88CF-09E7B772977E}" srcOrd="2" destOrd="0" presId="urn:microsoft.com/office/officeart/2005/8/layout/orgChart1"/>
    <dgm:cxn modelId="{C12A1578-8A0E-1642-9FD3-D7B45A13D4AD}" type="presParOf" srcId="{177B6270-932E-B74B-BF39-BCBDE166DAF0}" destId="{172C6773-F833-E543-AFFD-D886EBD6E2CE}" srcOrd="2" destOrd="0" presId="urn:microsoft.com/office/officeart/2005/8/layout/orgChart1"/>
    <dgm:cxn modelId="{5A486892-6B07-254D-9F3A-F43D597FC63D}" type="presParOf" srcId="{314C9221-042C-5C41-8EFC-21CD0160844F}" destId="{1C2F67AE-6E27-5B43-A06E-AD83D496C094}" srcOrd="2" destOrd="0" presId="urn:microsoft.com/office/officeart/2005/8/layout/orgChart1"/>
    <dgm:cxn modelId="{9B4627A1-1AF9-0A4E-BC10-DD04A6211F9E}" type="presParOf" srcId="{0249E0E8-761A-1942-9F1C-0884D02765C8}" destId="{559C7953-304A-544C-9D39-44007F2F7557}" srcOrd="2" destOrd="0" presId="urn:microsoft.com/office/officeart/2005/8/layout/orgChart1"/>
    <dgm:cxn modelId="{71D82D15-6388-6640-B950-DE0F5B2A3CDF}" type="presParOf" srcId="{559C7953-304A-544C-9D39-44007F2F7557}" destId="{ACD0FCF4-ED86-C54B-AE25-9FF03CC8A1FE}" srcOrd="0" destOrd="0" presId="urn:microsoft.com/office/officeart/2005/8/layout/orgChart1"/>
    <dgm:cxn modelId="{33468180-A973-FE4C-99C0-AD826CAFDF1A}" type="presParOf" srcId="{ACD0FCF4-ED86-C54B-AE25-9FF03CC8A1FE}" destId="{2C449DC2-D1BE-C441-9B4F-3FD6059E393A}" srcOrd="0" destOrd="0" presId="urn:microsoft.com/office/officeart/2005/8/layout/orgChart1"/>
    <dgm:cxn modelId="{779383A4-9FE3-E540-B22B-4A796A2DC47B}" type="presParOf" srcId="{ACD0FCF4-ED86-C54B-AE25-9FF03CC8A1FE}" destId="{3E0B51F9-5D1C-024B-B0A3-AD531C743C3D}" srcOrd="1" destOrd="0" presId="urn:microsoft.com/office/officeart/2005/8/layout/orgChart1"/>
    <dgm:cxn modelId="{2341E1B1-2825-D148-940E-494D0B5280A3}" type="presParOf" srcId="{559C7953-304A-544C-9D39-44007F2F7557}" destId="{D093C073-1D00-334A-86F5-13CC01F0A1A3}" srcOrd="1" destOrd="0" presId="urn:microsoft.com/office/officeart/2005/8/layout/orgChart1"/>
    <dgm:cxn modelId="{4754E646-2A31-3540-AC5A-3F4194EE5C3B}" type="presParOf" srcId="{D093C073-1D00-334A-86F5-13CC01F0A1A3}" destId="{92EF1F57-C9E2-0945-9B55-B43809CA15DD}" srcOrd="0" destOrd="0" presId="urn:microsoft.com/office/officeart/2005/8/layout/orgChart1"/>
    <dgm:cxn modelId="{C11B130C-B758-5C46-A93F-663D445D6922}" type="presParOf" srcId="{D093C073-1D00-334A-86F5-13CC01F0A1A3}" destId="{A8F0F3C5-6C88-B449-B753-F48C76D6A47D}" srcOrd="1" destOrd="0" presId="urn:microsoft.com/office/officeart/2005/8/layout/orgChart1"/>
    <dgm:cxn modelId="{1221FCDC-8B1F-CE44-877C-2DA6BE53D394}" type="presParOf" srcId="{A8F0F3C5-6C88-B449-B753-F48C76D6A47D}" destId="{2482791E-5270-4D4C-8588-0BE516070B1A}" srcOrd="0" destOrd="0" presId="urn:microsoft.com/office/officeart/2005/8/layout/orgChart1"/>
    <dgm:cxn modelId="{B71CB3C1-317C-EC42-996D-20D23EE13390}" type="presParOf" srcId="{2482791E-5270-4D4C-8588-0BE516070B1A}" destId="{6C7E857E-20E7-C843-9598-B197503363A3}" srcOrd="0" destOrd="0" presId="urn:microsoft.com/office/officeart/2005/8/layout/orgChart1"/>
    <dgm:cxn modelId="{6BF59CF4-B83A-DD45-A42A-F9791568D082}" type="presParOf" srcId="{2482791E-5270-4D4C-8588-0BE516070B1A}" destId="{4F8A6319-4AF2-F848-8211-BB6A050F2EE1}" srcOrd="1" destOrd="0" presId="urn:microsoft.com/office/officeart/2005/8/layout/orgChart1"/>
    <dgm:cxn modelId="{8A705913-7352-674A-AF11-2CA38432B141}" type="presParOf" srcId="{A8F0F3C5-6C88-B449-B753-F48C76D6A47D}" destId="{EEED0CC1-DD9E-5843-A81E-35976799B81A}" srcOrd="1" destOrd="0" presId="urn:microsoft.com/office/officeart/2005/8/layout/orgChart1"/>
    <dgm:cxn modelId="{7ED4120C-67A5-CE41-99CB-ECDF7C7E85D1}" type="presParOf" srcId="{EEED0CC1-DD9E-5843-A81E-35976799B81A}" destId="{02877056-4D6D-3A44-8680-61CFCFC95C20}" srcOrd="0" destOrd="0" presId="urn:microsoft.com/office/officeart/2005/8/layout/orgChart1"/>
    <dgm:cxn modelId="{D5C62054-3621-F246-8FA3-66C97EE7BFFA}" type="presParOf" srcId="{EEED0CC1-DD9E-5843-A81E-35976799B81A}" destId="{42E0DD39-010A-3F42-8471-36FD0C27EA00}" srcOrd="1" destOrd="0" presId="urn:microsoft.com/office/officeart/2005/8/layout/orgChart1"/>
    <dgm:cxn modelId="{69DB2DA9-C597-1C47-B6DA-B2CBC2F9ED24}" type="presParOf" srcId="{42E0DD39-010A-3F42-8471-36FD0C27EA00}" destId="{72FAA8C7-701B-044A-9E35-A0451A94BD20}" srcOrd="0" destOrd="0" presId="urn:microsoft.com/office/officeart/2005/8/layout/orgChart1"/>
    <dgm:cxn modelId="{63B28E4C-495B-EE46-90C2-DF0CF42EAC15}" type="presParOf" srcId="{72FAA8C7-701B-044A-9E35-A0451A94BD20}" destId="{3928D43F-E8EA-F848-BDF8-47E8070835E4}" srcOrd="0" destOrd="0" presId="urn:microsoft.com/office/officeart/2005/8/layout/orgChart1"/>
    <dgm:cxn modelId="{B309C982-32C3-A247-97BD-7D3ABC882151}" type="presParOf" srcId="{72FAA8C7-701B-044A-9E35-A0451A94BD20}" destId="{B1037869-9DC7-AC46-9090-5BEA3DC09033}" srcOrd="1" destOrd="0" presId="urn:microsoft.com/office/officeart/2005/8/layout/orgChart1"/>
    <dgm:cxn modelId="{4F8C31F8-6CEC-2948-8E70-A5FE48F09BE2}" type="presParOf" srcId="{42E0DD39-010A-3F42-8471-36FD0C27EA00}" destId="{D53D2BA0-BD9E-A34B-A6EC-143B3626C59B}" srcOrd="1" destOrd="0" presId="urn:microsoft.com/office/officeart/2005/8/layout/orgChart1"/>
    <dgm:cxn modelId="{FFBEEE3A-7B13-6C49-A94B-0ACA16AFD550}" type="presParOf" srcId="{D53D2BA0-BD9E-A34B-A6EC-143B3626C59B}" destId="{530F72DE-1EB6-1F4A-94AA-610DD859E869}" srcOrd="0" destOrd="0" presId="urn:microsoft.com/office/officeart/2005/8/layout/orgChart1"/>
    <dgm:cxn modelId="{2D6192CF-949A-0F4A-9363-1E4A72C4F255}" type="presParOf" srcId="{D53D2BA0-BD9E-A34B-A6EC-143B3626C59B}" destId="{5E3D9F21-C372-D141-826F-7D62EC8BE028}" srcOrd="1" destOrd="0" presId="urn:microsoft.com/office/officeart/2005/8/layout/orgChart1"/>
    <dgm:cxn modelId="{62BB5387-EA42-264A-824E-AE1B62828425}" type="presParOf" srcId="{5E3D9F21-C372-D141-826F-7D62EC8BE028}" destId="{B04672AB-F125-1A42-BB7D-0F786E87A0F3}" srcOrd="0" destOrd="0" presId="urn:microsoft.com/office/officeart/2005/8/layout/orgChart1"/>
    <dgm:cxn modelId="{3FE0CC0A-96CD-5B48-A4E1-C258D395B148}" type="presParOf" srcId="{B04672AB-F125-1A42-BB7D-0F786E87A0F3}" destId="{95DA5190-087D-524C-908D-3624145EF20C}" srcOrd="0" destOrd="0" presId="urn:microsoft.com/office/officeart/2005/8/layout/orgChart1"/>
    <dgm:cxn modelId="{B8B19351-32B7-6542-8242-C292BB222D91}" type="presParOf" srcId="{B04672AB-F125-1A42-BB7D-0F786E87A0F3}" destId="{399D96A7-2808-8B4B-B559-3C7FD521464E}" srcOrd="1" destOrd="0" presId="urn:microsoft.com/office/officeart/2005/8/layout/orgChart1"/>
    <dgm:cxn modelId="{56C1B1AD-F262-404F-8060-C069A7FDFAEE}" type="presParOf" srcId="{5E3D9F21-C372-D141-826F-7D62EC8BE028}" destId="{818EB4F8-A118-C942-A19C-EE342DF0EA4D}" srcOrd="1" destOrd="0" presId="urn:microsoft.com/office/officeart/2005/8/layout/orgChart1"/>
    <dgm:cxn modelId="{7C992AFE-BF9C-9E44-9DBD-49F7DF282F13}" type="presParOf" srcId="{5E3D9F21-C372-D141-826F-7D62EC8BE028}" destId="{9142653E-6AD1-C945-B68A-658628D71893}" srcOrd="2" destOrd="0" presId="urn:microsoft.com/office/officeart/2005/8/layout/orgChart1"/>
    <dgm:cxn modelId="{03ACD70C-D6C9-2A4B-8D5A-EFAA8CAE3E5A}" type="presParOf" srcId="{42E0DD39-010A-3F42-8471-36FD0C27EA00}" destId="{71528220-A29F-FE44-8770-70DCB8CD0593}" srcOrd="2" destOrd="0" presId="urn:microsoft.com/office/officeart/2005/8/layout/orgChart1"/>
    <dgm:cxn modelId="{E92E6589-7068-2E4D-8830-A731EB63029B}" type="presParOf" srcId="{A8F0F3C5-6C88-B449-B753-F48C76D6A47D}" destId="{2EB7D68D-D26F-9749-BFDB-FBD7FAF1C40C}" srcOrd="2" destOrd="0" presId="urn:microsoft.com/office/officeart/2005/8/layout/orgChart1"/>
    <dgm:cxn modelId="{A890F2E1-5063-9C4C-B7C7-C907105C981E}" type="presParOf" srcId="{559C7953-304A-544C-9D39-44007F2F7557}" destId="{9C8CA6F4-EBFD-564C-BCF3-7DAB5F249EE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5902F14-591D-5647-AC92-64AFF8A4FAEB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FDD172-01DA-5648-9A90-A91CE2F38D79}">
      <dgm:prSet phldrT="[Text]" custT="1"/>
      <dgm:spPr/>
      <dgm:t>
        <a:bodyPr/>
        <a:lstStyle/>
        <a:p>
          <a:r>
            <a:rPr lang="en-US" sz="2000" dirty="0"/>
            <a:t>Breastfeeding </a:t>
          </a:r>
        </a:p>
        <a:p>
          <a:r>
            <a:rPr lang="en-US" sz="2000" dirty="0"/>
            <a:t>(84%)</a:t>
          </a:r>
        </a:p>
      </dgm:t>
    </dgm:pt>
    <dgm:pt modelId="{8E7156E1-7073-9049-AA81-B6C5485579B5}" type="parTrans" cxnId="{76010462-93A9-6A42-A1B2-E687C70F76F0}">
      <dgm:prSet/>
      <dgm:spPr/>
      <dgm:t>
        <a:bodyPr/>
        <a:lstStyle/>
        <a:p>
          <a:endParaRPr lang="en-US" sz="4400"/>
        </a:p>
      </dgm:t>
    </dgm:pt>
    <dgm:pt modelId="{72A63417-34C2-5A4E-BAFC-C2FE6B31FF70}" type="sibTrans" cxnId="{76010462-93A9-6A42-A1B2-E687C70F76F0}">
      <dgm:prSet/>
      <dgm:spPr/>
      <dgm:t>
        <a:bodyPr/>
        <a:lstStyle/>
        <a:p>
          <a:endParaRPr lang="en-US" sz="4400"/>
        </a:p>
      </dgm:t>
    </dgm:pt>
    <dgm:pt modelId="{CFB06F1C-CAA3-E745-A66C-AF55C1CE1553}">
      <dgm:prSet phldrT="[Text]" custT="1"/>
      <dgm:spPr/>
      <dgm:t>
        <a:bodyPr/>
        <a:lstStyle/>
        <a:p>
          <a:r>
            <a:rPr lang="en-US" sz="2000" dirty="0"/>
            <a:t>No Breastfeeding</a:t>
          </a:r>
        </a:p>
        <a:p>
          <a:r>
            <a:rPr lang="en-US" sz="2000" dirty="0"/>
            <a:t>(16%)</a:t>
          </a:r>
        </a:p>
      </dgm:t>
    </dgm:pt>
    <dgm:pt modelId="{39441F3C-445F-C946-97D8-970F29B5C083}" type="parTrans" cxnId="{D277FDC3-97B5-D64F-AC9E-6351A99D75DE}">
      <dgm:prSet/>
      <dgm:spPr/>
      <dgm:t>
        <a:bodyPr/>
        <a:lstStyle/>
        <a:p>
          <a:endParaRPr lang="en-US" sz="4400"/>
        </a:p>
      </dgm:t>
    </dgm:pt>
    <dgm:pt modelId="{7BF72939-7F71-8E40-A720-A53AF34BB846}" type="sibTrans" cxnId="{D277FDC3-97B5-D64F-AC9E-6351A99D75DE}">
      <dgm:prSet/>
      <dgm:spPr/>
      <dgm:t>
        <a:bodyPr/>
        <a:lstStyle/>
        <a:p>
          <a:endParaRPr lang="en-US" sz="4400"/>
        </a:p>
      </dgm:t>
    </dgm:pt>
    <dgm:pt modelId="{254E024A-FA3D-8F48-ACA6-B643435893AC}">
      <dgm:prSet phldrT="[Text]" custT="1"/>
      <dgm:spPr/>
      <dgm:t>
        <a:bodyPr/>
        <a:lstStyle/>
        <a:p>
          <a:r>
            <a:rPr lang="en-US" sz="2000" dirty="0"/>
            <a:t>Breastfeeding </a:t>
          </a:r>
        </a:p>
        <a:p>
          <a:r>
            <a:rPr lang="en-US" sz="2000" dirty="0"/>
            <a:t>(3%)</a:t>
          </a:r>
        </a:p>
      </dgm:t>
    </dgm:pt>
    <dgm:pt modelId="{FE75841B-B36D-A64B-A717-4F8AC7DF3BA3}" type="parTrans" cxnId="{24A31A24-05C0-B64F-A98B-8549F26756BB}">
      <dgm:prSet/>
      <dgm:spPr/>
      <dgm:t>
        <a:bodyPr/>
        <a:lstStyle/>
        <a:p>
          <a:endParaRPr lang="en-US" sz="4400"/>
        </a:p>
      </dgm:t>
    </dgm:pt>
    <dgm:pt modelId="{6E36711A-9176-8144-9927-44CDB7079F4C}" type="sibTrans" cxnId="{24A31A24-05C0-B64F-A98B-8549F26756BB}">
      <dgm:prSet/>
      <dgm:spPr/>
      <dgm:t>
        <a:bodyPr/>
        <a:lstStyle/>
        <a:p>
          <a:endParaRPr lang="en-US" sz="4400"/>
        </a:p>
      </dgm:t>
    </dgm:pt>
    <dgm:pt modelId="{CE8977A7-710F-4942-8282-DB7F709069CE}">
      <dgm:prSet phldrT="[Text]" custT="1"/>
      <dgm:spPr/>
      <dgm:t>
        <a:bodyPr/>
        <a:lstStyle/>
        <a:p>
          <a:r>
            <a:rPr lang="en-US" sz="2000" dirty="0"/>
            <a:t>No Breastfeeding </a:t>
          </a:r>
        </a:p>
        <a:p>
          <a:r>
            <a:rPr lang="en-US" sz="2000" dirty="0"/>
            <a:t>(5%)</a:t>
          </a:r>
        </a:p>
      </dgm:t>
    </dgm:pt>
    <dgm:pt modelId="{04B6D7A0-634A-3C4D-B74E-EC261A438904}" type="parTrans" cxnId="{4FBBA595-3A36-6E4D-9909-3B9BA1E64FCB}">
      <dgm:prSet/>
      <dgm:spPr/>
      <dgm:t>
        <a:bodyPr/>
        <a:lstStyle/>
        <a:p>
          <a:endParaRPr lang="en-US" sz="4400"/>
        </a:p>
      </dgm:t>
    </dgm:pt>
    <dgm:pt modelId="{CDD99D19-F94B-D541-A313-39A138341021}" type="sibTrans" cxnId="{4FBBA595-3A36-6E4D-9909-3B9BA1E64FCB}">
      <dgm:prSet/>
      <dgm:spPr/>
      <dgm:t>
        <a:bodyPr/>
        <a:lstStyle/>
        <a:p>
          <a:endParaRPr lang="en-US" sz="4400"/>
        </a:p>
      </dgm:t>
    </dgm:pt>
    <dgm:pt modelId="{D269E8DF-2017-2843-B3D2-AFDF8C66290A}">
      <dgm:prSet phldrT="[Text]" custT="1"/>
      <dgm:spPr/>
      <dgm:t>
        <a:bodyPr/>
        <a:lstStyle/>
        <a:p>
          <a:r>
            <a:rPr lang="en-US" sz="2000" dirty="0"/>
            <a:t>Breastfeeding </a:t>
          </a:r>
        </a:p>
        <a:p>
          <a:r>
            <a:rPr lang="en-US" sz="2000" dirty="0"/>
            <a:t>(79%)</a:t>
          </a:r>
        </a:p>
      </dgm:t>
    </dgm:pt>
    <dgm:pt modelId="{9878E4B9-352C-3D41-B14C-CED51D02872C}" type="parTrans" cxnId="{41539900-379D-F245-A489-3DBA4E09DE9B}">
      <dgm:prSet/>
      <dgm:spPr/>
      <dgm:t>
        <a:bodyPr/>
        <a:lstStyle/>
        <a:p>
          <a:endParaRPr lang="en-US" sz="4400"/>
        </a:p>
      </dgm:t>
    </dgm:pt>
    <dgm:pt modelId="{BD2101C0-82EA-1249-A073-B6D8816CB0E5}" type="sibTrans" cxnId="{41539900-379D-F245-A489-3DBA4E09DE9B}">
      <dgm:prSet/>
      <dgm:spPr/>
      <dgm:t>
        <a:bodyPr/>
        <a:lstStyle/>
        <a:p>
          <a:endParaRPr lang="en-US" sz="4400"/>
        </a:p>
      </dgm:t>
    </dgm:pt>
    <dgm:pt modelId="{D71903FD-0C9B-4642-92AD-16403929322B}">
      <dgm:prSet phldrT="[Text]" custT="1"/>
      <dgm:spPr/>
      <dgm:t>
        <a:bodyPr/>
        <a:lstStyle/>
        <a:p>
          <a:r>
            <a:rPr lang="en-US" sz="2000" dirty="0"/>
            <a:t>Breastfeeding </a:t>
          </a:r>
        </a:p>
        <a:p>
          <a:r>
            <a:rPr lang="en-US" sz="2000" dirty="0"/>
            <a:t>(1%)</a:t>
          </a:r>
        </a:p>
      </dgm:t>
    </dgm:pt>
    <dgm:pt modelId="{F890A608-3131-A74C-A7B3-7D4D0B3425AD}" type="parTrans" cxnId="{66887FC3-C7F1-004A-BE69-F90E9401BC6A}">
      <dgm:prSet/>
      <dgm:spPr/>
      <dgm:t>
        <a:bodyPr/>
        <a:lstStyle/>
        <a:p>
          <a:endParaRPr lang="en-US" sz="4400"/>
        </a:p>
      </dgm:t>
    </dgm:pt>
    <dgm:pt modelId="{E4D4DD62-AB8B-094D-AC5E-0C291EDEA51A}" type="sibTrans" cxnId="{66887FC3-C7F1-004A-BE69-F90E9401BC6A}">
      <dgm:prSet/>
      <dgm:spPr/>
      <dgm:t>
        <a:bodyPr/>
        <a:lstStyle/>
        <a:p>
          <a:endParaRPr lang="en-US" sz="4400"/>
        </a:p>
      </dgm:t>
    </dgm:pt>
    <dgm:pt modelId="{48A59220-4357-0F4E-944D-9D49D7162653}">
      <dgm:prSet phldrT="[Text]" custT="1"/>
      <dgm:spPr/>
      <dgm:t>
        <a:bodyPr/>
        <a:lstStyle/>
        <a:p>
          <a:r>
            <a:rPr lang="en-US" sz="2000" dirty="0"/>
            <a:t>Breastfeeding </a:t>
          </a:r>
        </a:p>
        <a:p>
          <a:r>
            <a:rPr lang="en-US" sz="2000" dirty="0"/>
            <a:t>(68%)</a:t>
          </a:r>
        </a:p>
      </dgm:t>
    </dgm:pt>
    <dgm:pt modelId="{01596ADD-AA3A-A442-BD67-2DB9F9F1B84E}" type="parTrans" cxnId="{EE621971-BC94-444D-9B1D-2F1C5F094BE2}">
      <dgm:prSet/>
      <dgm:spPr/>
      <dgm:t>
        <a:bodyPr/>
        <a:lstStyle/>
        <a:p>
          <a:endParaRPr lang="en-US"/>
        </a:p>
      </dgm:t>
    </dgm:pt>
    <dgm:pt modelId="{4772CDB8-8631-974D-A8DD-C1A27A7001B7}" type="sibTrans" cxnId="{EE621971-BC94-444D-9B1D-2F1C5F094BE2}">
      <dgm:prSet/>
      <dgm:spPr/>
      <dgm:t>
        <a:bodyPr/>
        <a:lstStyle/>
        <a:p>
          <a:endParaRPr lang="en-US"/>
        </a:p>
      </dgm:t>
    </dgm:pt>
    <dgm:pt modelId="{D655CC34-F385-F646-95D1-239ECB40FEB1}">
      <dgm:prSet phldrT="[Text]" custT="1"/>
      <dgm:spPr/>
      <dgm:t>
        <a:bodyPr/>
        <a:lstStyle/>
        <a:p>
          <a:r>
            <a:rPr lang="en-US" sz="2000" dirty="0"/>
            <a:t>Breastfeeding (59%)</a:t>
          </a:r>
        </a:p>
      </dgm:t>
    </dgm:pt>
    <dgm:pt modelId="{91B5D308-C83C-2E4B-B059-A26D72D03E85}" type="parTrans" cxnId="{97F81079-1F83-8246-8263-8E9166B852C1}">
      <dgm:prSet/>
      <dgm:spPr/>
      <dgm:t>
        <a:bodyPr/>
        <a:lstStyle/>
        <a:p>
          <a:endParaRPr lang="en-US"/>
        </a:p>
      </dgm:t>
    </dgm:pt>
    <dgm:pt modelId="{0F6238F4-D144-7B4E-A582-78E787D4C512}" type="sibTrans" cxnId="{97F81079-1F83-8246-8263-8E9166B852C1}">
      <dgm:prSet/>
      <dgm:spPr/>
      <dgm:t>
        <a:bodyPr/>
        <a:lstStyle/>
        <a:p>
          <a:endParaRPr lang="en-US"/>
        </a:p>
      </dgm:t>
    </dgm:pt>
    <dgm:pt modelId="{AEFC7381-7411-AF4B-B0BF-67EB16F92D3D}">
      <dgm:prSet phldrT="[Text]" custT="1"/>
      <dgm:spPr/>
      <dgm:t>
        <a:bodyPr/>
        <a:lstStyle/>
        <a:p>
          <a:r>
            <a:rPr lang="en-US" sz="2000" dirty="0"/>
            <a:t>Breastfeeding (1%)</a:t>
          </a:r>
        </a:p>
      </dgm:t>
    </dgm:pt>
    <dgm:pt modelId="{539B1214-65B3-4847-A02A-AD64E88C3A7E}" type="parTrans" cxnId="{6C208C4D-C401-5047-B3F0-1EB8F2154A0D}">
      <dgm:prSet/>
      <dgm:spPr/>
      <dgm:t>
        <a:bodyPr/>
        <a:lstStyle/>
        <a:p>
          <a:endParaRPr lang="en-US"/>
        </a:p>
      </dgm:t>
    </dgm:pt>
    <dgm:pt modelId="{99C9960A-362C-A449-B227-F9068E3ACC04}" type="sibTrans" cxnId="{6C208C4D-C401-5047-B3F0-1EB8F2154A0D}">
      <dgm:prSet/>
      <dgm:spPr/>
      <dgm:t>
        <a:bodyPr/>
        <a:lstStyle/>
        <a:p>
          <a:endParaRPr lang="en-US"/>
        </a:p>
      </dgm:t>
    </dgm:pt>
    <dgm:pt modelId="{0249E0E8-761A-1942-9F1C-0884D02765C8}" type="pres">
      <dgm:prSet presAssocID="{25902F14-591D-5647-AC92-64AFF8A4FAE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5EEA08E-BE0F-6547-A867-14323535D5A7}" type="pres">
      <dgm:prSet presAssocID="{06FDD172-01DA-5648-9A90-A91CE2F38D79}" presName="hierRoot1" presStyleCnt="0">
        <dgm:presLayoutVars>
          <dgm:hierBranch val="init"/>
        </dgm:presLayoutVars>
      </dgm:prSet>
      <dgm:spPr/>
    </dgm:pt>
    <dgm:pt modelId="{17E496C0-C45D-D847-8BA1-74E57F65DCB9}" type="pres">
      <dgm:prSet presAssocID="{06FDD172-01DA-5648-9A90-A91CE2F38D79}" presName="rootComposite1" presStyleCnt="0"/>
      <dgm:spPr/>
    </dgm:pt>
    <dgm:pt modelId="{4C225FA2-F2C0-2940-98DB-7432DAADE86F}" type="pres">
      <dgm:prSet presAssocID="{06FDD172-01DA-5648-9A90-A91CE2F38D79}" presName="rootText1" presStyleLbl="node0" presStyleIdx="0" presStyleCnt="2" custScaleX="105760" custScaleY="131662" custLinFactNeighborX="-3721" custLinFactNeighborY="-345">
        <dgm:presLayoutVars>
          <dgm:chPref val="3"/>
        </dgm:presLayoutVars>
      </dgm:prSet>
      <dgm:spPr/>
    </dgm:pt>
    <dgm:pt modelId="{7A4A0DFD-4E7F-4340-8988-C477EE5F55FC}" type="pres">
      <dgm:prSet presAssocID="{06FDD172-01DA-5648-9A90-A91CE2F38D79}" presName="rootConnector1" presStyleLbl="node1" presStyleIdx="0" presStyleCnt="0"/>
      <dgm:spPr/>
    </dgm:pt>
    <dgm:pt modelId="{9A1E9E2E-B9E7-E448-BBE4-5F43514C09C5}" type="pres">
      <dgm:prSet presAssocID="{06FDD172-01DA-5648-9A90-A91CE2F38D79}" presName="hierChild2" presStyleCnt="0"/>
      <dgm:spPr/>
    </dgm:pt>
    <dgm:pt modelId="{2C791EEE-2C78-6A4F-BC9B-30DDD8668021}" type="pres">
      <dgm:prSet presAssocID="{04B6D7A0-634A-3C4D-B74E-EC261A438904}" presName="Name37" presStyleLbl="parChTrans1D2" presStyleIdx="0" presStyleCnt="3"/>
      <dgm:spPr/>
    </dgm:pt>
    <dgm:pt modelId="{EE1B274F-1D42-4D4B-B546-554448F640C1}" type="pres">
      <dgm:prSet presAssocID="{CE8977A7-710F-4942-8282-DB7F709069CE}" presName="hierRoot2" presStyleCnt="0">
        <dgm:presLayoutVars>
          <dgm:hierBranch val="init"/>
        </dgm:presLayoutVars>
      </dgm:prSet>
      <dgm:spPr/>
    </dgm:pt>
    <dgm:pt modelId="{22C581C5-E4B5-E64B-9B70-4D9CD0B8AAE6}" type="pres">
      <dgm:prSet presAssocID="{CE8977A7-710F-4942-8282-DB7F709069CE}" presName="rootComposite" presStyleCnt="0"/>
      <dgm:spPr/>
    </dgm:pt>
    <dgm:pt modelId="{5E8585B2-854D-EA4C-A2D4-E5BEA1872FFB}" type="pres">
      <dgm:prSet presAssocID="{CE8977A7-710F-4942-8282-DB7F709069CE}" presName="rootText" presStyleLbl="node2" presStyleIdx="0" presStyleCnt="3" custScaleX="112713" custScaleY="89647">
        <dgm:presLayoutVars>
          <dgm:chPref val="3"/>
        </dgm:presLayoutVars>
      </dgm:prSet>
      <dgm:spPr/>
    </dgm:pt>
    <dgm:pt modelId="{53862188-D9AA-4A46-92DF-0049633F955F}" type="pres">
      <dgm:prSet presAssocID="{CE8977A7-710F-4942-8282-DB7F709069CE}" presName="rootConnector" presStyleLbl="node2" presStyleIdx="0" presStyleCnt="3"/>
      <dgm:spPr/>
    </dgm:pt>
    <dgm:pt modelId="{600F7A25-2B2C-C94F-BC4F-7F0E33A11462}" type="pres">
      <dgm:prSet presAssocID="{CE8977A7-710F-4942-8282-DB7F709069CE}" presName="hierChild4" presStyleCnt="0"/>
      <dgm:spPr/>
    </dgm:pt>
    <dgm:pt modelId="{8EC48D96-BBE3-FA45-B039-83121203F10F}" type="pres">
      <dgm:prSet presAssocID="{CE8977A7-710F-4942-8282-DB7F709069CE}" presName="hierChild5" presStyleCnt="0"/>
      <dgm:spPr/>
    </dgm:pt>
    <dgm:pt modelId="{BE6FC59A-8511-C344-842C-87514252CFD0}" type="pres">
      <dgm:prSet presAssocID="{9878E4B9-352C-3D41-B14C-CED51D02872C}" presName="Name37" presStyleLbl="parChTrans1D2" presStyleIdx="1" presStyleCnt="3"/>
      <dgm:spPr/>
    </dgm:pt>
    <dgm:pt modelId="{A05E6D43-AA94-AF4F-A7FC-ADC9BEC6CCDF}" type="pres">
      <dgm:prSet presAssocID="{D269E8DF-2017-2843-B3D2-AFDF8C66290A}" presName="hierRoot2" presStyleCnt="0">
        <dgm:presLayoutVars>
          <dgm:hierBranch val="init"/>
        </dgm:presLayoutVars>
      </dgm:prSet>
      <dgm:spPr/>
    </dgm:pt>
    <dgm:pt modelId="{FD128182-1241-E045-8237-237667A73169}" type="pres">
      <dgm:prSet presAssocID="{D269E8DF-2017-2843-B3D2-AFDF8C66290A}" presName="rootComposite" presStyleCnt="0"/>
      <dgm:spPr/>
    </dgm:pt>
    <dgm:pt modelId="{55E6534C-26E9-FD44-BBFD-5F8F2FEDAA51}" type="pres">
      <dgm:prSet presAssocID="{D269E8DF-2017-2843-B3D2-AFDF8C66290A}" presName="rootText" presStyleLbl="node2" presStyleIdx="1" presStyleCnt="3" custScaleX="112713" custScaleY="89647">
        <dgm:presLayoutVars>
          <dgm:chPref val="3"/>
        </dgm:presLayoutVars>
      </dgm:prSet>
      <dgm:spPr/>
    </dgm:pt>
    <dgm:pt modelId="{266388A1-E323-624F-AD0E-94256BA132A9}" type="pres">
      <dgm:prSet presAssocID="{D269E8DF-2017-2843-B3D2-AFDF8C66290A}" presName="rootConnector" presStyleLbl="node2" presStyleIdx="1" presStyleCnt="3"/>
      <dgm:spPr/>
    </dgm:pt>
    <dgm:pt modelId="{C53A4357-FAF9-2749-A542-1A14186AB789}" type="pres">
      <dgm:prSet presAssocID="{D269E8DF-2017-2843-B3D2-AFDF8C66290A}" presName="hierChild4" presStyleCnt="0"/>
      <dgm:spPr/>
    </dgm:pt>
    <dgm:pt modelId="{9068E617-15D5-3045-BFF1-7FC697F312CD}" type="pres">
      <dgm:prSet presAssocID="{01596ADD-AA3A-A442-BD67-2DB9F9F1B84E}" presName="Name37" presStyleLbl="parChTrans1D3" presStyleIdx="0" presStyleCnt="2"/>
      <dgm:spPr/>
    </dgm:pt>
    <dgm:pt modelId="{1DA30774-B445-D747-B2D0-7AA8E1D12B76}" type="pres">
      <dgm:prSet presAssocID="{48A59220-4357-0F4E-944D-9D49D7162653}" presName="hierRoot2" presStyleCnt="0">
        <dgm:presLayoutVars>
          <dgm:hierBranch val="init"/>
        </dgm:presLayoutVars>
      </dgm:prSet>
      <dgm:spPr/>
    </dgm:pt>
    <dgm:pt modelId="{1758BAAD-A18F-FF48-8004-E97959F8824A}" type="pres">
      <dgm:prSet presAssocID="{48A59220-4357-0F4E-944D-9D49D7162653}" presName="rootComposite" presStyleCnt="0"/>
      <dgm:spPr/>
    </dgm:pt>
    <dgm:pt modelId="{92C175D8-2A53-8F4A-9646-14A6092C2049}" type="pres">
      <dgm:prSet presAssocID="{48A59220-4357-0F4E-944D-9D49D7162653}" presName="rootText" presStyleLbl="node3" presStyleIdx="0" presStyleCnt="2" custScaleX="115864" custScaleY="105811" custLinFactNeighborX="-9472" custLinFactNeighborY="10164">
        <dgm:presLayoutVars>
          <dgm:chPref val="3"/>
        </dgm:presLayoutVars>
      </dgm:prSet>
      <dgm:spPr/>
    </dgm:pt>
    <dgm:pt modelId="{D465F96B-7D67-3942-890C-460545C9C718}" type="pres">
      <dgm:prSet presAssocID="{48A59220-4357-0F4E-944D-9D49D7162653}" presName="rootConnector" presStyleLbl="node3" presStyleIdx="0" presStyleCnt="2"/>
      <dgm:spPr/>
    </dgm:pt>
    <dgm:pt modelId="{471928BE-E8AE-BD4B-9D7E-1B49A5B5D6F6}" type="pres">
      <dgm:prSet presAssocID="{48A59220-4357-0F4E-944D-9D49D7162653}" presName="hierChild4" presStyleCnt="0"/>
      <dgm:spPr/>
    </dgm:pt>
    <dgm:pt modelId="{AA2BB79C-9904-324E-9799-8049E8A7CD4B}" type="pres">
      <dgm:prSet presAssocID="{91B5D308-C83C-2E4B-B059-A26D72D03E85}" presName="Name37" presStyleLbl="parChTrans1D4" presStyleIdx="0" presStyleCnt="2"/>
      <dgm:spPr/>
    </dgm:pt>
    <dgm:pt modelId="{3E74B30D-4CA8-BC43-B7E6-0AE49C73DA73}" type="pres">
      <dgm:prSet presAssocID="{D655CC34-F385-F646-95D1-239ECB40FEB1}" presName="hierRoot2" presStyleCnt="0">
        <dgm:presLayoutVars>
          <dgm:hierBranch val="init"/>
        </dgm:presLayoutVars>
      </dgm:prSet>
      <dgm:spPr/>
    </dgm:pt>
    <dgm:pt modelId="{1FD96605-54B5-7840-B122-BA071070307D}" type="pres">
      <dgm:prSet presAssocID="{D655CC34-F385-F646-95D1-239ECB40FEB1}" presName="rootComposite" presStyleCnt="0"/>
      <dgm:spPr/>
    </dgm:pt>
    <dgm:pt modelId="{21E6647A-1746-BB48-9090-047C64D63C6D}" type="pres">
      <dgm:prSet presAssocID="{D655CC34-F385-F646-95D1-239ECB40FEB1}" presName="rootText" presStyleLbl="node4" presStyleIdx="0" presStyleCnt="2" custScaleY="120114">
        <dgm:presLayoutVars>
          <dgm:chPref val="3"/>
        </dgm:presLayoutVars>
      </dgm:prSet>
      <dgm:spPr/>
    </dgm:pt>
    <dgm:pt modelId="{16768648-2C77-EF48-91B1-076BA7E88DBD}" type="pres">
      <dgm:prSet presAssocID="{D655CC34-F385-F646-95D1-239ECB40FEB1}" presName="rootConnector" presStyleLbl="node4" presStyleIdx="0" presStyleCnt="2"/>
      <dgm:spPr/>
    </dgm:pt>
    <dgm:pt modelId="{F230FBFB-602B-344B-8A24-AAE7EF446CCA}" type="pres">
      <dgm:prSet presAssocID="{D655CC34-F385-F646-95D1-239ECB40FEB1}" presName="hierChild4" presStyleCnt="0"/>
      <dgm:spPr/>
    </dgm:pt>
    <dgm:pt modelId="{6663FA3D-7A31-734A-879E-E82D67E3DC26}" type="pres">
      <dgm:prSet presAssocID="{D655CC34-F385-F646-95D1-239ECB40FEB1}" presName="hierChild5" presStyleCnt="0"/>
      <dgm:spPr/>
    </dgm:pt>
    <dgm:pt modelId="{1081431F-663D-AB4F-B64A-2171CE83897D}" type="pres">
      <dgm:prSet presAssocID="{48A59220-4357-0F4E-944D-9D49D7162653}" presName="hierChild5" presStyleCnt="0"/>
      <dgm:spPr/>
    </dgm:pt>
    <dgm:pt modelId="{501FBAAA-F5EF-0140-B3E8-33C655F423B0}" type="pres">
      <dgm:prSet presAssocID="{D269E8DF-2017-2843-B3D2-AFDF8C66290A}" presName="hierChild5" presStyleCnt="0"/>
      <dgm:spPr/>
    </dgm:pt>
    <dgm:pt modelId="{061096C9-8BA6-1C4C-BC70-2D051BFD3DA7}" type="pres">
      <dgm:prSet presAssocID="{06FDD172-01DA-5648-9A90-A91CE2F38D79}" presName="hierChild3" presStyleCnt="0"/>
      <dgm:spPr/>
    </dgm:pt>
    <dgm:pt modelId="{559C7953-304A-544C-9D39-44007F2F7557}" type="pres">
      <dgm:prSet presAssocID="{CFB06F1C-CAA3-E745-A66C-AF55C1CE1553}" presName="hierRoot1" presStyleCnt="0">
        <dgm:presLayoutVars>
          <dgm:hierBranch val="init"/>
        </dgm:presLayoutVars>
      </dgm:prSet>
      <dgm:spPr/>
    </dgm:pt>
    <dgm:pt modelId="{ACD0FCF4-ED86-C54B-AE25-9FF03CC8A1FE}" type="pres">
      <dgm:prSet presAssocID="{CFB06F1C-CAA3-E745-A66C-AF55C1CE1553}" presName="rootComposite1" presStyleCnt="0"/>
      <dgm:spPr/>
    </dgm:pt>
    <dgm:pt modelId="{2C449DC2-D1BE-C441-9B4F-3FD6059E393A}" type="pres">
      <dgm:prSet presAssocID="{CFB06F1C-CAA3-E745-A66C-AF55C1CE1553}" presName="rootText1" presStyleLbl="node0" presStyleIdx="1" presStyleCnt="2" custScaleY="131662" custLinFactNeighborX="2770" custLinFactNeighborY="-5780">
        <dgm:presLayoutVars>
          <dgm:chPref val="3"/>
        </dgm:presLayoutVars>
      </dgm:prSet>
      <dgm:spPr/>
    </dgm:pt>
    <dgm:pt modelId="{3E0B51F9-5D1C-024B-B0A3-AD531C743C3D}" type="pres">
      <dgm:prSet presAssocID="{CFB06F1C-CAA3-E745-A66C-AF55C1CE1553}" presName="rootConnector1" presStyleLbl="node1" presStyleIdx="0" presStyleCnt="0"/>
      <dgm:spPr/>
    </dgm:pt>
    <dgm:pt modelId="{D093C073-1D00-334A-86F5-13CC01F0A1A3}" type="pres">
      <dgm:prSet presAssocID="{CFB06F1C-CAA3-E745-A66C-AF55C1CE1553}" presName="hierChild2" presStyleCnt="0"/>
      <dgm:spPr/>
    </dgm:pt>
    <dgm:pt modelId="{92EF1F57-C9E2-0945-9B55-B43809CA15DD}" type="pres">
      <dgm:prSet presAssocID="{FE75841B-B36D-A64B-A717-4F8AC7DF3BA3}" presName="Name37" presStyleLbl="parChTrans1D2" presStyleIdx="2" presStyleCnt="3"/>
      <dgm:spPr/>
    </dgm:pt>
    <dgm:pt modelId="{A8F0F3C5-6C88-B449-B753-F48C76D6A47D}" type="pres">
      <dgm:prSet presAssocID="{254E024A-FA3D-8F48-ACA6-B643435893AC}" presName="hierRoot2" presStyleCnt="0">
        <dgm:presLayoutVars>
          <dgm:hierBranch val="init"/>
        </dgm:presLayoutVars>
      </dgm:prSet>
      <dgm:spPr/>
    </dgm:pt>
    <dgm:pt modelId="{2482791E-5270-4D4C-8588-0BE516070B1A}" type="pres">
      <dgm:prSet presAssocID="{254E024A-FA3D-8F48-ACA6-B643435893AC}" presName="rootComposite" presStyleCnt="0"/>
      <dgm:spPr/>
    </dgm:pt>
    <dgm:pt modelId="{6C7E857E-20E7-C843-9598-B197503363A3}" type="pres">
      <dgm:prSet presAssocID="{254E024A-FA3D-8F48-ACA6-B643435893AC}" presName="rootText" presStyleLbl="node2" presStyleIdx="2" presStyleCnt="3" custScaleX="112713" custScaleY="89647" custLinFactNeighborX="2797" custLinFactNeighborY="2770">
        <dgm:presLayoutVars>
          <dgm:chPref val="3"/>
        </dgm:presLayoutVars>
      </dgm:prSet>
      <dgm:spPr/>
    </dgm:pt>
    <dgm:pt modelId="{4F8A6319-4AF2-F848-8211-BB6A050F2EE1}" type="pres">
      <dgm:prSet presAssocID="{254E024A-FA3D-8F48-ACA6-B643435893AC}" presName="rootConnector" presStyleLbl="node2" presStyleIdx="2" presStyleCnt="3"/>
      <dgm:spPr/>
    </dgm:pt>
    <dgm:pt modelId="{EEED0CC1-DD9E-5843-A81E-35976799B81A}" type="pres">
      <dgm:prSet presAssocID="{254E024A-FA3D-8F48-ACA6-B643435893AC}" presName="hierChild4" presStyleCnt="0"/>
      <dgm:spPr/>
    </dgm:pt>
    <dgm:pt modelId="{02877056-4D6D-3A44-8680-61CFCFC95C20}" type="pres">
      <dgm:prSet presAssocID="{F890A608-3131-A74C-A7B3-7D4D0B3425AD}" presName="Name37" presStyleLbl="parChTrans1D3" presStyleIdx="1" presStyleCnt="2"/>
      <dgm:spPr/>
    </dgm:pt>
    <dgm:pt modelId="{42E0DD39-010A-3F42-8471-36FD0C27EA00}" type="pres">
      <dgm:prSet presAssocID="{D71903FD-0C9B-4642-92AD-16403929322B}" presName="hierRoot2" presStyleCnt="0">
        <dgm:presLayoutVars>
          <dgm:hierBranch val="init"/>
        </dgm:presLayoutVars>
      </dgm:prSet>
      <dgm:spPr/>
    </dgm:pt>
    <dgm:pt modelId="{72FAA8C7-701B-044A-9E35-A0451A94BD20}" type="pres">
      <dgm:prSet presAssocID="{D71903FD-0C9B-4642-92AD-16403929322B}" presName="rootComposite" presStyleCnt="0"/>
      <dgm:spPr/>
    </dgm:pt>
    <dgm:pt modelId="{3928D43F-E8EA-F848-BDF8-47E8070835E4}" type="pres">
      <dgm:prSet presAssocID="{D71903FD-0C9B-4642-92AD-16403929322B}" presName="rootText" presStyleLbl="node3" presStyleIdx="1" presStyleCnt="2" custScaleX="115864" custScaleY="105811" custLinFactNeighborX="2939" custLinFactNeighborY="6201">
        <dgm:presLayoutVars>
          <dgm:chPref val="3"/>
        </dgm:presLayoutVars>
      </dgm:prSet>
      <dgm:spPr/>
    </dgm:pt>
    <dgm:pt modelId="{B1037869-9DC7-AC46-9090-5BEA3DC09033}" type="pres">
      <dgm:prSet presAssocID="{D71903FD-0C9B-4642-92AD-16403929322B}" presName="rootConnector" presStyleLbl="node3" presStyleIdx="1" presStyleCnt="2"/>
      <dgm:spPr/>
    </dgm:pt>
    <dgm:pt modelId="{D53D2BA0-BD9E-A34B-A6EC-143B3626C59B}" type="pres">
      <dgm:prSet presAssocID="{D71903FD-0C9B-4642-92AD-16403929322B}" presName="hierChild4" presStyleCnt="0"/>
      <dgm:spPr/>
    </dgm:pt>
    <dgm:pt modelId="{1960CDFA-45CB-6045-9DF9-9D42DE2A606C}" type="pres">
      <dgm:prSet presAssocID="{539B1214-65B3-4847-A02A-AD64E88C3A7E}" presName="Name37" presStyleLbl="parChTrans1D4" presStyleIdx="1" presStyleCnt="2"/>
      <dgm:spPr/>
    </dgm:pt>
    <dgm:pt modelId="{69020E89-552D-004D-87B7-B91280E940C8}" type="pres">
      <dgm:prSet presAssocID="{AEFC7381-7411-AF4B-B0BF-67EB16F92D3D}" presName="hierRoot2" presStyleCnt="0">
        <dgm:presLayoutVars>
          <dgm:hierBranch val="init"/>
        </dgm:presLayoutVars>
      </dgm:prSet>
      <dgm:spPr/>
    </dgm:pt>
    <dgm:pt modelId="{1475BC61-B7F9-3743-BC3F-93561088D6D0}" type="pres">
      <dgm:prSet presAssocID="{AEFC7381-7411-AF4B-B0BF-67EB16F92D3D}" presName="rootComposite" presStyleCnt="0"/>
      <dgm:spPr/>
    </dgm:pt>
    <dgm:pt modelId="{049C2B8B-DD53-0F4B-B865-9F8A1CF0561F}" type="pres">
      <dgm:prSet presAssocID="{AEFC7381-7411-AF4B-B0BF-67EB16F92D3D}" presName="rootText" presStyleLbl="node4" presStyleIdx="1" presStyleCnt="2" custScaleY="120114">
        <dgm:presLayoutVars>
          <dgm:chPref val="3"/>
        </dgm:presLayoutVars>
      </dgm:prSet>
      <dgm:spPr/>
    </dgm:pt>
    <dgm:pt modelId="{FF70979A-6216-C54B-8040-7E8A95F19AE3}" type="pres">
      <dgm:prSet presAssocID="{AEFC7381-7411-AF4B-B0BF-67EB16F92D3D}" presName="rootConnector" presStyleLbl="node4" presStyleIdx="1" presStyleCnt="2"/>
      <dgm:spPr/>
    </dgm:pt>
    <dgm:pt modelId="{A916BAF8-7A19-8C4C-A55E-8C133FAD98A8}" type="pres">
      <dgm:prSet presAssocID="{AEFC7381-7411-AF4B-B0BF-67EB16F92D3D}" presName="hierChild4" presStyleCnt="0"/>
      <dgm:spPr/>
    </dgm:pt>
    <dgm:pt modelId="{E8343647-F546-F542-BFFC-ECF879BE5FBA}" type="pres">
      <dgm:prSet presAssocID="{AEFC7381-7411-AF4B-B0BF-67EB16F92D3D}" presName="hierChild5" presStyleCnt="0"/>
      <dgm:spPr/>
    </dgm:pt>
    <dgm:pt modelId="{71528220-A29F-FE44-8770-70DCB8CD0593}" type="pres">
      <dgm:prSet presAssocID="{D71903FD-0C9B-4642-92AD-16403929322B}" presName="hierChild5" presStyleCnt="0"/>
      <dgm:spPr/>
    </dgm:pt>
    <dgm:pt modelId="{2EB7D68D-D26F-9749-BFDB-FBD7FAF1C40C}" type="pres">
      <dgm:prSet presAssocID="{254E024A-FA3D-8F48-ACA6-B643435893AC}" presName="hierChild5" presStyleCnt="0"/>
      <dgm:spPr/>
    </dgm:pt>
    <dgm:pt modelId="{9C8CA6F4-EBFD-564C-BCF3-7DAB5F249EE6}" type="pres">
      <dgm:prSet presAssocID="{CFB06F1C-CAA3-E745-A66C-AF55C1CE1553}" presName="hierChild3" presStyleCnt="0"/>
      <dgm:spPr/>
    </dgm:pt>
  </dgm:ptLst>
  <dgm:cxnLst>
    <dgm:cxn modelId="{41539900-379D-F245-A489-3DBA4E09DE9B}" srcId="{06FDD172-01DA-5648-9A90-A91CE2F38D79}" destId="{D269E8DF-2017-2843-B3D2-AFDF8C66290A}" srcOrd="1" destOrd="0" parTransId="{9878E4B9-352C-3D41-B14C-CED51D02872C}" sibTransId="{BD2101C0-82EA-1249-A073-B6D8816CB0E5}"/>
    <dgm:cxn modelId="{7EC8161B-F5F2-EA45-B82D-084360FAA14C}" type="presOf" srcId="{D655CC34-F385-F646-95D1-239ECB40FEB1}" destId="{21E6647A-1746-BB48-9090-047C64D63C6D}" srcOrd="0" destOrd="0" presId="urn:microsoft.com/office/officeart/2005/8/layout/orgChart1"/>
    <dgm:cxn modelId="{129D7722-F59D-2544-B7B6-7776E56EA219}" type="presOf" srcId="{D655CC34-F385-F646-95D1-239ECB40FEB1}" destId="{16768648-2C77-EF48-91B1-076BA7E88DBD}" srcOrd="1" destOrd="0" presId="urn:microsoft.com/office/officeart/2005/8/layout/orgChart1"/>
    <dgm:cxn modelId="{24A31A24-05C0-B64F-A98B-8549F26756BB}" srcId="{CFB06F1C-CAA3-E745-A66C-AF55C1CE1553}" destId="{254E024A-FA3D-8F48-ACA6-B643435893AC}" srcOrd="0" destOrd="0" parTransId="{FE75841B-B36D-A64B-A717-4F8AC7DF3BA3}" sibTransId="{6E36711A-9176-8144-9927-44CDB7079F4C}"/>
    <dgm:cxn modelId="{B5AC9E38-5FB1-7F47-82F3-5DFF13DFF09B}" type="presOf" srcId="{AEFC7381-7411-AF4B-B0BF-67EB16F92D3D}" destId="{049C2B8B-DD53-0F4B-B865-9F8A1CF0561F}" srcOrd="0" destOrd="0" presId="urn:microsoft.com/office/officeart/2005/8/layout/orgChart1"/>
    <dgm:cxn modelId="{312B9D40-8BC3-9C4D-8BF4-6DB3D50837E2}" type="presOf" srcId="{D71903FD-0C9B-4642-92AD-16403929322B}" destId="{B1037869-9DC7-AC46-9090-5BEA3DC09033}" srcOrd="1" destOrd="0" presId="urn:microsoft.com/office/officeart/2005/8/layout/orgChart1"/>
    <dgm:cxn modelId="{EFB5EB42-73A1-7443-BA25-147DB457F3FF}" type="presOf" srcId="{9878E4B9-352C-3D41-B14C-CED51D02872C}" destId="{BE6FC59A-8511-C344-842C-87514252CFD0}" srcOrd="0" destOrd="0" presId="urn:microsoft.com/office/officeart/2005/8/layout/orgChart1"/>
    <dgm:cxn modelId="{4785A34B-92EA-2F48-A0B7-38A47373CDA5}" type="presOf" srcId="{D71903FD-0C9B-4642-92AD-16403929322B}" destId="{3928D43F-E8EA-F848-BDF8-47E8070835E4}" srcOrd="0" destOrd="0" presId="urn:microsoft.com/office/officeart/2005/8/layout/orgChart1"/>
    <dgm:cxn modelId="{6C208C4D-C401-5047-B3F0-1EB8F2154A0D}" srcId="{D71903FD-0C9B-4642-92AD-16403929322B}" destId="{AEFC7381-7411-AF4B-B0BF-67EB16F92D3D}" srcOrd="0" destOrd="0" parTransId="{539B1214-65B3-4847-A02A-AD64E88C3A7E}" sibTransId="{99C9960A-362C-A449-B227-F9068E3ACC04}"/>
    <dgm:cxn modelId="{576DD64F-C350-6A44-9552-6AC7A0D8E91F}" type="presOf" srcId="{AEFC7381-7411-AF4B-B0BF-67EB16F92D3D}" destId="{FF70979A-6216-C54B-8040-7E8A95F19AE3}" srcOrd="1" destOrd="0" presId="urn:microsoft.com/office/officeart/2005/8/layout/orgChart1"/>
    <dgm:cxn modelId="{76010462-93A9-6A42-A1B2-E687C70F76F0}" srcId="{25902F14-591D-5647-AC92-64AFF8A4FAEB}" destId="{06FDD172-01DA-5648-9A90-A91CE2F38D79}" srcOrd="0" destOrd="0" parTransId="{8E7156E1-7073-9049-AA81-B6C5485579B5}" sibTransId="{72A63417-34C2-5A4E-BAFC-C2FE6B31FF70}"/>
    <dgm:cxn modelId="{8E902065-6A88-CE45-8266-A68B937DE273}" type="presOf" srcId="{01596ADD-AA3A-A442-BD67-2DB9F9F1B84E}" destId="{9068E617-15D5-3045-BFF1-7FC697F312CD}" srcOrd="0" destOrd="0" presId="urn:microsoft.com/office/officeart/2005/8/layout/orgChart1"/>
    <dgm:cxn modelId="{B45D266A-ABAA-8545-A0A8-1D417329FA21}" type="presOf" srcId="{91B5D308-C83C-2E4B-B059-A26D72D03E85}" destId="{AA2BB79C-9904-324E-9799-8049E8A7CD4B}" srcOrd="0" destOrd="0" presId="urn:microsoft.com/office/officeart/2005/8/layout/orgChart1"/>
    <dgm:cxn modelId="{EE621971-BC94-444D-9B1D-2F1C5F094BE2}" srcId="{D269E8DF-2017-2843-B3D2-AFDF8C66290A}" destId="{48A59220-4357-0F4E-944D-9D49D7162653}" srcOrd="0" destOrd="0" parTransId="{01596ADD-AA3A-A442-BD67-2DB9F9F1B84E}" sibTransId="{4772CDB8-8631-974D-A8DD-C1A27A7001B7}"/>
    <dgm:cxn modelId="{A1E16D78-FF3B-FE4D-B8DE-218D67198BA1}" type="presOf" srcId="{CE8977A7-710F-4942-8282-DB7F709069CE}" destId="{5E8585B2-854D-EA4C-A2D4-E5BEA1872FFB}" srcOrd="0" destOrd="0" presId="urn:microsoft.com/office/officeart/2005/8/layout/orgChart1"/>
    <dgm:cxn modelId="{97F81079-1F83-8246-8263-8E9166B852C1}" srcId="{48A59220-4357-0F4E-944D-9D49D7162653}" destId="{D655CC34-F385-F646-95D1-239ECB40FEB1}" srcOrd="0" destOrd="0" parTransId="{91B5D308-C83C-2E4B-B059-A26D72D03E85}" sibTransId="{0F6238F4-D144-7B4E-A582-78E787D4C512}"/>
    <dgm:cxn modelId="{B7BC777D-A1A1-124C-A1CA-3E47CFC43ACE}" type="presOf" srcId="{539B1214-65B3-4847-A02A-AD64E88C3A7E}" destId="{1960CDFA-45CB-6045-9DF9-9D42DE2A606C}" srcOrd="0" destOrd="0" presId="urn:microsoft.com/office/officeart/2005/8/layout/orgChart1"/>
    <dgm:cxn modelId="{841F5B7F-973B-F241-9968-E3D7A001E576}" type="presOf" srcId="{06FDD172-01DA-5648-9A90-A91CE2F38D79}" destId="{4C225FA2-F2C0-2940-98DB-7432DAADE86F}" srcOrd="0" destOrd="0" presId="urn:microsoft.com/office/officeart/2005/8/layout/orgChart1"/>
    <dgm:cxn modelId="{1A2B0182-4E5B-594E-9003-90B48C5FB6C0}" type="presOf" srcId="{48A59220-4357-0F4E-944D-9D49D7162653}" destId="{92C175D8-2A53-8F4A-9646-14A6092C2049}" srcOrd="0" destOrd="0" presId="urn:microsoft.com/office/officeart/2005/8/layout/orgChart1"/>
    <dgm:cxn modelId="{C16BDE88-45C5-6F4A-9E2A-2A969ADCB498}" type="presOf" srcId="{25902F14-591D-5647-AC92-64AFF8A4FAEB}" destId="{0249E0E8-761A-1942-9F1C-0884D02765C8}" srcOrd="0" destOrd="0" presId="urn:microsoft.com/office/officeart/2005/8/layout/orgChart1"/>
    <dgm:cxn modelId="{C83FD18D-97BB-2545-92A6-B3B895B8411C}" type="presOf" srcId="{CFB06F1C-CAA3-E745-A66C-AF55C1CE1553}" destId="{3E0B51F9-5D1C-024B-B0A3-AD531C743C3D}" srcOrd="1" destOrd="0" presId="urn:microsoft.com/office/officeart/2005/8/layout/orgChart1"/>
    <dgm:cxn modelId="{4FBBA595-3A36-6E4D-9909-3B9BA1E64FCB}" srcId="{06FDD172-01DA-5648-9A90-A91CE2F38D79}" destId="{CE8977A7-710F-4942-8282-DB7F709069CE}" srcOrd="0" destOrd="0" parTransId="{04B6D7A0-634A-3C4D-B74E-EC261A438904}" sibTransId="{CDD99D19-F94B-D541-A313-39A138341021}"/>
    <dgm:cxn modelId="{47C5BDB0-C949-334D-93DD-AEB78CCDE3BE}" type="presOf" srcId="{04B6D7A0-634A-3C4D-B74E-EC261A438904}" destId="{2C791EEE-2C78-6A4F-BC9B-30DDD8668021}" srcOrd="0" destOrd="0" presId="urn:microsoft.com/office/officeart/2005/8/layout/orgChart1"/>
    <dgm:cxn modelId="{6D3AA7B1-C644-384A-A137-2202BC4719A0}" type="presOf" srcId="{D269E8DF-2017-2843-B3D2-AFDF8C66290A}" destId="{266388A1-E323-624F-AD0E-94256BA132A9}" srcOrd="1" destOrd="0" presId="urn:microsoft.com/office/officeart/2005/8/layout/orgChart1"/>
    <dgm:cxn modelId="{388591B3-BFF5-9F44-B1D3-37FF501B0585}" type="presOf" srcId="{CFB06F1C-CAA3-E745-A66C-AF55C1CE1553}" destId="{2C449DC2-D1BE-C441-9B4F-3FD6059E393A}" srcOrd="0" destOrd="0" presId="urn:microsoft.com/office/officeart/2005/8/layout/orgChart1"/>
    <dgm:cxn modelId="{66887FC3-C7F1-004A-BE69-F90E9401BC6A}" srcId="{254E024A-FA3D-8F48-ACA6-B643435893AC}" destId="{D71903FD-0C9B-4642-92AD-16403929322B}" srcOrd="0" destOrd="0" parTransId="{F890A608-3131-A74C-A7B3-7D4D0B3425AD}" sibTransId="{E4D4DD62-AB8B-094D-AC5E-0C291EDEA51A}"/>
    <dgm:cxn modelId="{129CF5C3-E21F-D549-BC96-8812C2E8C571}" type="presOf" srcId="{F890A608-3131-A74C-A7B3-7D4D0B3425AD}" destId="{02877056-4D6D-3A44-8680-61CFCFC95C20}" srcOrd="0" destOrd="0" presId="urn:microsoft.com/office/officeart/2005/8/layout/orgChart1"/>
    <dgm:cxn modelId="{D277FDC3-97B5-D64F-AC9E-6351A99D75DE}" srcId="{25902F14-591D-5647-AC92-64AFF8A4FAEB}" destId="{CFB06F1C-CAA3-E745-A66C-AF55C1CE1553}" srcOrd="1" destOrd="0" parTransId="{39441F3C-445F-C946-97D8-970F29B5C083}" sibTransId="{7BF72939-7F71-8E40-A720-A53AF34BB846}"/>
    <dgm:cxn modelId="{53A3B9C5-150D-8142-A2FA-BD83F0D2D85B}" type="presOf" srcId="{D269E8DF-2017-2843-B3D2-AFDF8C66290A}" destId="{55E6534C-26E9-FD44-BBFD-5F8F2FEDAA51}" srcOrd="0" destOrd="0" presId="urn:microsoft.com/office/officeart/2005/8/layout/orgChart1"/>
    <dgm:cxn modelId="{5B33D8E6-EB93-7E4A-89B4-9E0066A837DA}" type="presOf" srcId="{FE75841B-B36D-A64B-A717-4F8AC7DF3BA3}" destId="{92EF1F57-C9E2-0945-9B55-B43809CA15DD}" srcOrd="0" destOrd="0" presId="urn:microsoft.com/office/officeart/2005/8/layout/orgChart1"/>
    <dgm:cxn modelId="{FD26A0E7-35AF-4243-B2AE-0DC282CD6C4B}" type="presOf" srcId="{48A59220-4357-0F4E-944D-9D49D7162653}" destId="{D465F96B-7D67-3942-890C-460545C9C718}" srcOrd="1" destOrd="0" presId="urn:microsoft.com/office/officeart/2005/8/layout/orgChart1"/>
    <dgm:cxn modelId="{679282EB-9A89-7843-B4D0-14C2EDC794FB}" type="presOf" srcId="{254E024A-FA3D-8F48-ACA6-B643435893AC}" destId="{6C7E857E-20E7-C843-9598-B197503363A3}" srcOrd="0" destOrd="0" presId="urn:microsoft.com/office/officeart/2005/8/layout/orgChart1"/>
    <dgm:cxn modelId="{ED8BAEEE-DE4D-A646-B36D-396ECC45EC75}" type="presOf" srcId="{CE8977A7-710F-4942-8282-DB7F709069CE}" destId="{53862188-D9AA-4A46-92DF-0049633F955F}" srcOrd="1" destOrd="0" presId="urn:microsoft.com/office/officeart/2005/8/layout/orgChart1"/>
    <dgm:cxn modelId="{2E6C8AEF-2BC2-C84B-A9FC-49ED8006353B}" type="presOf" srcId="{06FDD172-01DA-5648-9A90-A91CE2F38D79}" destId="{7A4A0DFD-4E7F-4340-8988-C477EE5F55FC}" srcOrd="1" destOrd="0" presId="urn:microsoft.com/office/officeart/2005/8/layout/orgChart1"/>
    <dgm:cxn modelId="{BC268DF5-61CB-504B-A6C9-C38E77B60C64}" type="presOf" srcId="{254E024A-FA3D-8F48-ACA6-B643435893AC}" destId="{4F8A6319-4AF2-F848-8211-BB6A050F2EE1}" srcOrd="1" destOrd="0" presId="urn:microsoft.com/office/officeart/2005/8/layout/orgChart1"/>
    <dgm:cxn modelId="{7598E5CF-404B-794F-AD80-5C7599B17241}" type="presParOf" srcId="{0249E0E8-761A-1942-9F1C-0884D02765C8}" destId="{35EEA08E-BE0F-6547-A867-14323535D5A7}" srcOrd="0" destOrd="0" presId="urn:microsoft.com/office/officeart/2005/8/layout/orgChart1"/>
    <dgm:cxn modelId="{0F6002FB-7DF7-6840-8A62-1E19C60AF811}" type="presParOf" srcId="{35EEA08E-BE0F-6547-A867-14323535D5A7}" destId="{17E496C0-C45D-D847-8BA1-74E57F65DCB9}" srcOrd="0" destOrd="0" presId="urn:microsoft.com/office/officeart/2005/8/layout/orgChart1"/>
    <dgm:cxn modelId="{66973F03-086D-D546-AD53-D9205B9C4C7B}" type="presParOf" srcId="{17E496C0-C45D-D847-8BA1-74E57F65DCB9}" destId="{4C225FA2-F2C0-2940-98DB-7432DAADE86F}" srcOrd="0" destOrd="0" presId="urn:microsoft.com/office/officeart/2005/8/layout/orgChart1"/>
    <dgm:cxn modelId="{4059801B-5A72-D84E-83DF-13A2D7531BD9}" type="presParOf" srcId="{17E496C0-C45D-D847-8BA1-74E57F65DCB9}" destId="{7A4A0DFD-4E7F-4340-8988-C477EE5F55FC}" srcOrd="1" destOrd="0" presId="urn:microsoft.com/office/officeart/2005/8/layout/orgChart1"/>
    <dgm:cxn modelId="{02F9BE75-A637-2344-B79E-ACD7D362B4D1}" type="presParOf" srcId="{35EEA08E-BE0F-6547-A867-14323535D5A7}" destId="{9A1E9E2E-B9E7-E448-BBE4-5F43514C09C5}" srcOrd="1" destOrd="0" presId="urn:microsoft.com/office/officeart/2005/8/layout/orgChart1"/>
    <dgm:cxn modelId="{D306190A-CC9F-7648-9077-B93C1DCE434B}" type="presParOf" srcId="{9A1E9E2E-B9E7-E448-BBE4-5F43514C09C5}" destId="{2C791EEE-2C78-6A4F-BC9B-30DDD8668021}" srcOrd="0" destOrd="0" presId="urn:microsoft.com/office/officeart/2005/8/layout/orgChart1"/>
    <dgm:cxn modelId="{C19098C6-00BB-B54D-A5FA-30EDF3F5DD58}" type="presParOf" srcId="{9A1E9E2E-B9E7-E448-BBE4-5F43514C09C5}" destId="{EE1B274F-1D42-4D4B-B546-554448F640C1}" srcOrd="1" destOrd="0" presId="urn:microsoft.com/office/officeart/2005/8/layout/orgChart1"/>
    <dgm:cxn modelId="{168E084F-7709-E145-8071-DE61EFF2999E}" type="presParOf" srcId="{EE1B274F-1D42-4D4B-B546-554448F640C1}" destId="{22C581C5-E4B5-E64B-9B70-4D9CD0B8AAE6}" srcOrd="0" destOrd="0" presId="urn:microsoft.com/office/officeart/2005/8/layout/orgChart1"/>
    <dgm:cxn modelId="{58201F64-EFA1-BA41-B72D-67E85D0F7E4D}" type="presParOf" srcId="{22C581C5-E4B5-E64B-9B70-4D9CD0B8AAE6}" destId="{5E8585B2-854D-EA4C-A2D4-E5BEA1872FFB}" srcOrd="0" destOrd="0" presId="urn:microsoft.com/office/officeart/2005/8/layout/orgChart1"/>
    <dgm:cxn modelId="{6ADA48F4-E961-F243-AA88-7AF1ED431A50}" type="presParOf" srcId="{22C581C5-E4B5-E64B-9B70-4D9CD0B8AAE6}" destId="{53862188-D9AA-4A46-92DF-0049633F955F}" srcOrd="1" destOrd="0" presId="urn:microsoft.com/office/officeart/2005/8/layout/orgChart1"/>
    <dgm:cxn modelId="{BC268F96-C4AF-BF41-9096-BDB8C949A5B8}" type="presParOf" srcId="{EE1B274F-1D42-4D4B-B546-554448F640C1}" destId="{600F7A25-2B2C-C94F-BC4F-7F0E33A11462}" srcOrd="1" destOrd="0" presId="urn:microsoft.com/office/officeart/2005/8/layout/orgChart1"/>
    <dgm:cxn modelId="{44AC374A-2958-924C-B115-B3E40E252F73}" type="presParOf" srcId="{EE1B274F-1D42-4D4B-B546-554448F640C1}" destId="{8EC48D96-BBE3-FA45-B039-83121203F10F}" srcOrd="2" destOrd="0" presId="urn:microsoft.com/office/officeart/2005/8/layout/orgChart1"/>
    <dgm:cxn modelId="{DF051DC2-57DC-3348-9A50-3C50D8663508}" type="presParOf" srcId="{9A1E9E2E-B9E7-E448-BBE4-5F43514C09C5}" destId="{BE6FC59A-8511-C344-842C-87514252CFD0}" srcOrd="2" destOrd="0" presId="urn:microsoft.com/office/officeart/2005/8/layout/orgChart1"/>
    <dgm:cxn modelId="{CFC0DD64-8CEA-A040-90B7-2FF1C192AB73}" type="presParOf" srcId="{9A1E9E2E-B9E7-E448-BBE4-5F43514C09C5}" destId="{A05E6D43-AA94-AF4F-A7FC-ADC9BEC6CCDF}" srcOrd="3" destOrd="0" presId="urn:microsoft.com/office/officeart/2005/8/layout/orgChart1"/>
    <dgm:cxn modelId="{881A4BA4-12A9-2E48-A343-1DFD26EFFCD8}" type="presParOf" srcId="{A05E6D43-AA94-AF4F-A7FC-ADC9BEC6CCDF}" destId="{FD128182-1241-E045-8237-237667A73169}" srcOrd="0" destOrd="0" presId="urn:microsoft.com/office/officeart/2005/8/layout/orgChart1"/>
    <dgm:cxn modelId="{16EEE04B-BED3-F540-B7A9-C548B19A807F}" type="presParOf" srcId="{FD128182-1241-E045-8237-237667A73169}" destId="{55E6534C-26E9-FD44-BBFD-5F8F2FEDAA51}" srcOrd="0" destOrd="0" presId="urn:microsoft.com/office/officeart/2005/8/layout/orgChart1"/>
    <dgm:cxn modelId="{39EBF1C0-6472-5348-85A3-A0E83FDD83A8}" type="presParOf" srcId="{FD128182-1241-E045-8237-237667A73169}" destId="{266388A1-E323-624F-AD0E-94256BA132A9}" srcOrd="1" destOrd="0" presId="urn:microsoft.com/office/officeart/2005/8/layout/orgChart1"/>
    <dgm:cxn modelId="{FFE7C08E-D98F-D745-8A6D-BADAFA7FF5EB}" type="presParOf" srcId="{A05E6D43-AA94-AF4F-A7FC-ADC9BEC6CCDF}" destId="{C53A4357-FAF9-2749-A542-1A14186AB789}" srcOrd="1" destOrd="0" presId="urn:microsoft.com/office/officeart/2005/8/layout/orgChart1"/>
    <dgm:cxn modelId="{6346E16B-7A1D-604C-93FA-84B3C464FFC4}" type="presParOf" srcId="{C53A4357-FAF9-2749-A542-1A14186AB789}" destId="{9068E617-15D5-3045-BFF1-7FC697F312CD}" srcOrd="0" destOrd="0" presId="urn:microsoft.com/office/officeart/2005/8/layout/orgChart1"/>
    <dgm:cxn modelId="{E60B82DA-E803-9142-BF36-58350EAE2D3B}" type="presParOf" srcId="{C53A4357-FAF9-2749-A542-1A14186AB789}" destId="{1DA30774-B445-D747-B2D0-7AA8E1D12B76}" srcOrd="1" destOrd="0" presId="urn:microsoft.com/office/officeart/2005/8/layout/orgChart1"/>
    <dgm:cxn modelId="{7FA00410-6882-0D4E-91CE-B19F489918E2}" type="presParOf" srcId="{1DA30774-B445-D747-B2D0-7AA8E1D12B76}" destId="{1758BAAD-A18F-FF48-8004-E97959F8824A}" srcOrd="0" destOrd="0" presId="urn:microsoft.com/office/officeart/2005/8/layout/orgChart1"/>
    <dgm:cxn modelId="{26F05659-F4CE-2B4C-8D10-ABDB25AE28F9}" type="presParOf" srcId="{1758BAAD-A18F-FF48-8004-E97959F8824A}" destId="{92C175D8-2A53-8F4A-9646-14A6092C2049}" srcOrd="0" destOrd="0" presId="urn:microsoft.com/office/officeart/2005/8/layout/orgChart1"/>
    <dgm:cxn modelId="{04B5E8F3-E680-984A-B12C-833D9B0A202C}" type="presParOf" srcId="{1758BAAD-A18F-FF48-8004-E97959F8824A}" destId="{D465F96B-7D67-3942-890C-460545C9C718}" srcOrd="1" destOrd="0" presId="urn:microsoft.com/office/officeart/2005/8/layout/orgChart1"/>
    <dgm:cxn modelId="{6922280F-22F4-8F47-B3C2-D8B72D2FC3FD}" type="presParOf" srcId="{1DA30774-B445-D747-B2D0-7AA8E1D12B76}" destId="{471928BE-E8AE-BD4B-9D7E-1B49A5B5D6F6}" srcOrd="1" destOrd="0" presId="urn:microsoft.com/office/officeart/2005/8/layout/orgChart1"/>
    <dgm:cxn modelId="{1359566D-9887-B84F-8F2E-D09640D1C611}" type="presParOf" srcId="{471928BE-E8AE-BD4B-9D7E-1B49A5B5D6F6}" destId="{AA2BB79C-9904-324E-9799-8049E8A7CD4B}" srcOrd="0" destOrd="0" presId="urn:microsoft.com/office/officeart/2005/8/layout/orgChart1"/>
    <dgm:cxn modelId="{46894ADE-7005-C840-810C-D8277C0D86B2}" type="presParOf" srcId="{471928BE-E8AE-BD4B-9D7E-1B49A5B5D6F6}" destId="{3E74B30D-4CA8-BC43-B7E6-0AE49C73DA73}" srcOrd="1" destOrd="0" presId="urn:microsoft.com/office/officeart/2005/8/layout/orgChart1"/>
    <dgm:cxn modelId="{7A0E2DA6-7477-9D48-914E-42F9A6ADA9C2}" type="presParOf" srcId="{3E74B30D-4CA8-BC43-B7E6-0AE49C73DA73}" destId="{1FD96605-54B5-7840-B122-BA071070307D}" srcOrd="0" destOrd="0" presId="urn:microsoft.com/office/officeart/2005/8/layout/orgChart1"/>
    <dgm:cxn modelId="{40141465-8040-584E-A306-8CBFD1BFD8D5}" type="presParOf" srcId="{1FD96605-54B5-7840-B122-BA071070307D}" destId="{21E6647A-1746-BB48-9090-047C64D63C6D}" srcOrd="0" destOrd="0" presId="urn:microsoft.com/office/officeart/2005/8/layout/orgChart1"/>
    <dgm:cxn modelId="{901E6329-6A64-C44B-9E19-8D4A90E82487}" type="presParOf" srcId="{1FD96605-54B5-7840-B122-BA071070307D}" destId="{16768648-2C77-EF48-91B1-076BA7E88DBD}" srcOrd="1" destOrd="0" presId="urn:microsoft.com/office/officeart/2005/8/layout/orgChart1"/>
    <dgm:cxn modelId="{8481DF53-38BA-E540-8A79-20851CBD4B76}" type="presParOf" srcId="{3E74B30D-4CA8-BC43-B7E6-0AE49C73DA73}" destId="{F230FBFB-602B-344B-8A24-AAE7EF446CCA}" srcOrd="1" destOrd="0" presId="urn:microsoft.com/office/officeart/2005/8/layout/orgChart1"/>
    <dgm:cxn modelId="{7CF82422-C68F-5847-9699-A8AB738CE50C}" type="presParOf" srcId="{3E74B30D-4CA8-BC43-B7E6-0AE49C73DA73}" destId="{6663FA3D-7A31-734A-879E-E82D67E3DC26}" srcOrd="2" destOrd="0" presId="urn:microsoft.com/office/officeart/2005/8/layout/orgChart1"/>
    <dgm:cxn modelId="{0AD84F88-684B-514C-AC44-68F3FA79EF91}" type="presParOf" srcId="{1DA30774-B445-D747-B2D0-7AA8E1D12B76}" destId="{1081431F-663D-AB4F-B64A-2171CE83897D}" srcOrd="2" destOrd="0" presId="urn:microsoft.com/office/officeart/2005/8/layout/orgChart1"/>
    <dgm:cxn modelId="{3FC3C048-202A-8647-A340-A872B1BCA585}" type="presParOf" srcId="{A05E6D43-AA94-AF4F-A7FC-ADC9BEC6CCDF}" destId="{501FBAAA-F5EF-0140-B3E8-33C655F423B0}" srcOrd="2" destOrd="0" presId="urn:microsoft.com/office/officeart/2005/8/layout/orgChart1"/>
    <dgm:cxn modelId="{B8B93772-04E8-754B-9CA9-9A8AC2DF9590}" type="presParOf" srcId="{35EEA08E-BE0F-6547-A867-14323535D5A7}" destId="{061096C9-8BA6-1C4C-BC70-2D051BFD3DA7}" srcOrd="2" destOrd="0" presId="urn:microsoft.com/office/officeart/2005/8/layout/orgChart1"/>
    <dgm:cxn modelId="{9B4627A1-1AF9-0A4E-BC10-DD04A6211F9E}" type="presParOf" srcId="{0249E0E8-761A-1942-9F1C-0884D02765C8}" destId="{559C7953-304A-544C-9D39-44007F2F7557}" srcOrd="1" destOrd="0" presId="urn:microsoft.com/office/officeart/2005/8/layout/orgChart1"/>
    <dgm:cxn modelId="{71D82D15-6388-6640-B950-DE0F5B2A3CDF}" type="presParOf" srcId="{559C7953-304A-544C-9D39-44007F2F7557}" destId="{ACD0FCF4-ED86-C54B-AE25-9FF03CC8A1FE}" srcOrd="0" destOrd="0" presId="urn:microsoft.com/office/officeart/2005/8/layout/orgChart1"/>
    <dgm:cxn modelId="{33468180-A973-FE4C-99C0-AD826CAFDF1A}" type="presParOf" srcId="{ACD0FCF4-ED86-C54B-AE25-9FF03CC8A1FE}" destId="{2C449DC2-D1BE-C441-9B4F-3FD6059E393A}" srcOrd="0" destOrd="0" presId="urn:microsoft.com/office/officeart/2005/8/layout/orgChart1"/>
    <dgm:cxn modelId="{779383A4-9FE3-E540-B22B-4A796A2DC47B}" type="presParOf" srcId="{ACD0FCF4-ED86-C54B-AE25-9FF03CC8A1FE}" destId="{3E0B51F9-5D1C-024B-B0A3-AD531C743C3D}" srcOrd="1" destOrd="0" presId="urn:microsoft.com/office/officeart/2005/8/layout/orgChart1"/>
    <dgm:cxn modelId="{2341E1B1-2825-D148-940E-494D0B5280A3}" type="presParOf" srcId="{559C7953-304A-544C-9D39-44007F2F7557}" destId="{D093C073-1D00-334A-86F5-13CC01F0A1A3}" srcOrd="1" destOrd="0" presId="urn:microsoft.com/office/officeart/2005/8/layout/orgChart1"/>
    <dgm:cxn modelId="{4754E646-2A31-3540-AC5A-3F4194EE5C3B}" type="presParOf" srcId="{D093C073-1D00-334A-86F5-13CC01F0A1A3}" destId="{92EF1F57-C9E2-0945-9B55-B43809CA15DD}" srcOrd="0" destOrd="0" presId="urn:microsoft.com/office/officeart/2005/8/layout/orgChart1"/>
    <dgm:cxn modelId="{C11B130C-B758-5C46-A93F-663D445D6922}" type="presParOf" srcId="{D093C073-1D00-334A-86F5-13CC01F0A1A3}" destId="{A8F0F3C5-6C88-B449-B753-F48C76D6A47D}" srcOrd="1" destOrd="0" presId="urn:microsoft.com/office/officeart/2005/8/layout/orgChart1"/>
    <dgm:cxn modelId="{1221FCDC-8B1F-CE44-877C-2DA6BE53D394}" type="presParOf" srcId="{A8F0F3C5-6C88-B449-B753-F48C76D6A47D}" destId="{2482791E-5270-4D4C-8588-0BE516070B1A}" srcOrd="0" destOrd="0" presId="urn:microsoft.com/office/officeart/2005/8/layout/orgChart1"/>
    <dgm:cxn modelId="{B71CB3C1-317C-EC42-996D-20D23EE13390}" type="presParOf" srcId="{2482791E-5270-4D4C-8588-0BE516070B1A}" destId="{6C7E857E-20E7-C843-9598-B197503363A3}" srcOrd="0" destOrd="0" presId="urn:microsoft.com/office/officeart/2005/8/layout/orgChart1"/>
    <dgm:cxn modelId="{6BF59CF4-B83A-DD45-A42A-F9791568D082}" type="presParOf" srcId="{2482791E-5270-4D4C-8588-0BE516070B1A}" destId="{4F8A6319-4AF2-F848-8211-BB6A050F2EE1}" srcOrd="1" destOrd="0" presId="urn:microsoft.com/office/officeart/2005/8/layout/orgChart1"/>
    <dgm:cxn modelId="{8A705913-7352-674A-AF11-2CA38432B141}" type="presParOf" srcId="{A8F0F3C5-6C88-B449-B753-F48C76D6A47D}" destId="{EEED0CC1-DD9E-5843-A81E-35976799B81A}" srcOrd="1" destOrd="0" presId="urn:microsoft.com/office/officeart/2005/8/layout/orgChart1"/>
    <dgm:cxn modelId="{7ED4120C-67A5-CE41-99CB-ECDF7C7E85D1}" type="presParOf" srcId="{EEED0CC1-DD9E-5843-A81E-35976799B81A}" destId="{02877056-4D6D-3A44-8680-61CFCFC95C20}" srcOrd="0" destOrd="0" presId="urn:microsoft.com/office/officeart/2005/8/layout/orgChart1"/>
    <dgm:cxn modelId="{D5C62054-3621-F246-8FA3-66C97EE7BFFA}" type="presParOf" srcId="{EEED0CC1-DD9E-5843-A81E-35976799B81A}" destId="{42E0DD39-010A-3F42-8471-36FD0C27EA00}" srcOrd="1" destOrd="0" presId="urn:microsoft.com/office/officeart/2005/8/layout/orgChart1"/>
    <dgm:cxn modelId="{69DB2DA9-C597-1C47-B6DA-B2CBC2F9ED24}" type="presParOf" srcId="{42E0DD39-010A-3F42-8471-36FD0C27EA00}" destId="{72FAA8C7-701B-044A-9E35-A0451A94BD20}" srcOrd="0" destOrd="0" presId="urn:microsoft.com/office/officeart/2005/8/layout/orgChart1"/>
    <dgm:cxn modelId="{63B28E4C-495B-EE46-90C2-DF0CF42EAC15}" type="presParOf" srcId="{72FAA8C7-701B-044A-9E35-A0451A94BD20}" destId="{3928D43F-E8EA-F848-BDF8-47E8070835E4}" srcOrd="0" destOrd="0" presId="urn:microsoft.com/office/officeart/2005/8/layout/orgChart1"/>
    <dgm:cxn modelId="{B309C982-32C3-A247-97BD-7D3ABC882151}" type="presParOf" srcId="{72FAA8C7-701B-044A-9E35-A0451A94BD20}" destId="{B1037869-9DC7-AC46-9090-5BEA3DC09033}" srcOrd="1" destOrd="0" presId="urn:microsoft.com/office/officeart/2005/8/layout/orgChart1"/>
    <dgm:cxn modelId="{4F8C31F8-6CEC-2948-8E70-A5FE48F09BE2}" type="presParOf" srcId="{42E0DD39-010A-3F42-8471-36FD0C27EA00}" destId="{D53D2BA0-BD9E-A34B-A6EC-143B3626C59B}" srcOrd="1" destOrd="0" presId="urn:microsoft.com/office/officeart/2005/8/layout/orgChart1"/>
    <dgm:cxn modelId="{F0037C56-BFBE-C944-A657-C898C80EF174}" type="presParOf" srcId="{D53D2BA0-BD9E-A34B-A6EC-143B3626C59B}" destId="{1960CDFA-45CB-6045-9DF9-9D42DE2A606C}" srcOrd="0" destOrd="0" presId="urn:microsoft.com/office/officeart/2005/8/layout/orgChart1"/>
    <dgm:cxn modelId="{5653645B-4DE6-F841-A842-038835C1F0F3}" type="presParOf" srcId="{D53D2BA0-BD9E-A34B-A6EC-143B3626C59B}" destId="{69020E89-552D-004D-87B7-B91280E940C8}" srcOrd="1" destOrd="0" presId="urn:microsoft.com/office/officeart/2005/8/layout/orgChart1"/>
    <dgm:cxn modelId="{ECB636EE-8E18-1C48-8741-93AAC89E8F12}" type="presParOf" srcId="{69020E89-552D-004D-87B7-B91280E940C8}" destId="{1475BC61-B7F9-3743-BC3F-93561088D6D0}" srcOrd="0" destOrd="0" presId="urn:microsoft.com/office/officeart/2005/8/layout/orgChart1"/>
    <dgm:cxn modelId="{2E47A3F0-D5BA-0C46-BE6E-9DA9507F9FDA}" type="presParOf" srcId="{1475BC61-B7F9-3743-BC3F-93561088D6D0}" destId="{049C2B8B-DD53-0F4B-B865-9F8A1CF0561F}" srcOrd="0" destOrd="0" presId="urn:microsoft.com/office/officeart/2005/8/layout/orgChart1"/>
    <dgm:cxn modelId="{00E4C809-44E4-F648-A71D-FB2101189CBB}" type="presParOf" srcId="{1475BC61-B7F9-3743-BC3F-93561088D6D0}" destId="{FF70979A-6216-C54B-8040-7E8A95F19AE3}" srcOrd="1" destOrd="0" presId="urn:microsoft.com/office/officeart/2005/8/layout/orgChart1"/>
    <dgm:cxn modelId="{26A58DD0-4AA1-6D4B-B807-F5D5C0CFFE37}" type="presParOf" srcId="{69020E89-552D-004D-87B7-B91280E940C8}" destId="{A916BAF8-7A19-8C4C-A55E-8C133FAD98A8}" srcOrd="1" destOrd="0" presId="urn:microsoft.com/office/officeart/2005/8/layout/orgChart1"/>
    <dgm:cxn modelId="{E026CA00-7803-CD48-8D7F-18750F9B305A}" type="presParOf" srcId="{69020E89-552D-004D-87B7-B91280E940C8}" destId="{E8343647-F546-F542-BFFC-ECF879BE5FBA}" srcOrd="2" destOrd="0" presId="urn:microsoft.com/office/officeart/2005/8/layout/orgChart1"/>
    <dgm:cxn modelId="{03ACD70C-D6C9-2A4B-8D5A-EFAA8CAE3E5A}" type="presParOf" srcId="{42E0DD39-010A-3F42-8471-36FD0C27EA00}" destId="{71528220-A29F-FE44-8770-70DCB8CD0593}" srcOrd="2" destOrd="0" presId="urn:microsoft.com/office/officeart/2005/8/layout/orgChart1"/>
    <dgm:cxn modelId="{E92E6589-7068-2E4D-8830-A731EB63029B}" type="presParOf" srcId="{A8F0F3C5-6C88-B449-B753-F48C76D6A47D}" destId="{2EB7D68D-D26F-9749-BFDB-FBD7FAF1C40C}" srcOrd="2" destOrd="0" presId="urn:microsoft.com/office/officeart/2005/8/layout/orgChart1"/>
    <dgm:cxn modelId="{A890F2E1-5063-9C4C-B7C7-C907105C981E}" type="presParOf" srcId="{559C7953-304A-544C-9D39-44007F2F7557}" destId="{9C8CA6F4-EBFD-564C-BCF3-7DAB5F249EE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88FA02-E26C-654B-81CF-5BA45261280F}" type="doc">
      <dgm:prSet loTypeId="urn:microsoft.com/office/officeart/2005/8/layout/hierarchy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E2081F-63DB-054C-8E05-01457DA4834C}">
      <dgm:prSet phldrT="[Text]"/>
      <dgm:spPr/>
      <dgm:t>
        <a:bodyPr/>
        <a:lstStyle/>
        <a:p>
          <a:r>
            <a:rPr lang="en-US" dirty="0"/>
            <a:t>Anxiety </a:t>
          </a:r>
        </a:p>
        <a:p>
          <a:r>
            <a:rPr lang="en-US" dirty="0"/>
            <a:t>(43%)</a:t>
          </a:r>
        </a:p>
      </dgm:t>
    </dgm:pt>
    <dgm:pt modelId="{1E129362-902B-A346-B9C5-E47208DA3544}" type="parTrans" cxnId="{D7B33A47-549F-9F48-8AE8-89B93E0EF01B}">
      <dgm:prSet/>
      <dgm:spPr/>
      <dgm:t>
        <a:bodyPr/>
        <a:lstStyle/>
        <a:p>
          <a:endParaRPr lang="en-US"/>
        </a:p>
      </dgm:t>
    </dgm:pt>
    <dgm:pt modelId="{C161670C-90E3-3846-A73D-E4411206A398}" type="sibTrans" cxnId="{D7B33A47-549F-9F48-8AE8-89B93E0EF01B}">
      <dgm:prSet/>
      <dgm:spPr/>
      <dgm:t>
        <a:bodyPr/>
        <a:lstStyle/>
        <a:p>
          <a:endParaRPr lang="en-US"/>
        </a:p>
      </dgm:t>
    </dgm:pt>
    <dgm:pt modelId="{D7FF0505-92D5-5845-8C42-26EE5371492A}">
      <dgm:prSet phldrT="[Text]"/>
      <dgm:spPr/>
      <dgm:t>
        <a:bodyPr/>
        <a:lstStyle/>
        <a:p>
          <a:r>
            <a:rPr lang="en-US" dirty="0"/>
            <a:t>No Anxiety</a:t>
          </a:r>
        </a:p>
        <a:p>
          <a:r>
            <a:rPr lang="en-US" dirty="0"/>
            <a:t>(57%)</a:t>
          </a:r>
        </a:p>
      </dgm:t>
    </dgm:pt>
    <dgm:pt modelId="{A91287EE-91C7-8F4B-A313-FCAF4852FB17}" type="parTrans" cxnId="{5BFDDA66-7170-6B4F-ADAD-B27672E7DF21}">
      <dgm:prSet/>
      <dgm:spPr/>
      <dgm:t>
        <a:bodyPr/>
        <a:lstStyle/>
        <a:p>
          <a:endParaRPr lang="en-US"/>
        </a:p>
      </dgm:t>
    </dgm:pt>
    <dgm:pt modelId="{CAC6F734-7FC0-E54B-9BB0-07982EC0F150}" type="sibTrans" cxnId="{5BFDDA66-7170-6B4F-ADAD-B27672E7DF21}">
      <dgm:prSet/>
      <dgm:spPr/>
      <dgm:t>
        <a:bodyPr/>
        <a:lstStyle/>
        <a:p>
          <a:endParaRPr lang="en-US"/>
        </a:p>
      </dgm:t>
    </dgm:pt>
    <dgm:pt modelId="{D238D083-AC2D-8D40-8622-893E12E5FCF2}">
      <dgm:prSet phldrT="[Text]"/>
      <dgm:spPr/>
      <dgm:t>
        <a:bodyPr/>
        <a:lstStyle/>
        <a:p>
          <a:r>
            <a:rPr lang="en-US" dirty="0"/>
            <a:t>Anxiety</a:t>
          </a:r>
        </a:p>
        <a:p>
          <a:r>
            <a:rPr lang="en-US" dirty="0"/>
            <a:t>(24%)</a:t>
          </a:r>
        </a:p>
      </dgm:t>
    </dgm:pt>
    <dgm:pt modelId="{9FFB8D0C-5D8D-A54F-AA23-43BA58E13957}" type="parTrans" cxnId="{6F717FEC-6264-1B49-8AA9-A99B87C46A45}">
      <dgm:prSet/>
      <dgm:spPr/>
      <dgm:t>
        <a:bodyPr/>
        <a:lstStyle/>
        <a:p>
          <a:endParaRPr lang="en-US"/>
        </a:p>
      </dgm:t>
    </dgm:pt>
    <dgm:pt modelId="{7AC23018-90F1-4F45-AC70-8590F7A81C18}" type="sibTrans" cxnId="{6F717FEC-6264-1B49-8AA9-A99B87C46A45}">
      <dgm:prSet/>
      <dgm:spPr/>
      <dgm:t>
        <a:bodyPr/>
        <a:lstStyle/>
        <a:p>
          <a:endParaRPr lang="en-US"/>
        </a:p>
      </dgm:t>
    </dgm:pt>
    <dgm:pt modelId="{90EDD8AE-3EE5-8945-80E1-1DA0A9AA3E25}">
      <dgm:prSet phldrT="[Text]"/>
      <dgm:spPr/>
      <dgm:t>
        <a:bodyPr/>
        <a:lstStyle/>
        <a:p>
          <a:r>
            <a:rPr lang="en-US" dirty="0"/>
            <a:t>No Anxiety</a:t>
          </a:r>
        </a:p>
        <a:p>
          <a:r>
            <a:rPr lang="en-US" dirty="0"/>
            <a:t>(19%)</a:t>
          </a:r>
        </a:p>
      </dgm:t>
    </dgm:pt>
    <dgm:pt modelId="{B187BCB6-89ED-6747-B34D-AE746DED10B5}" type="parTrans" cxnId="{EE269600-78DF-D041-9077-E909E656B6EC}">
      <dgm:prSet/>
      <dgm:spPr/>
      <dgm:t>
        <a:bodyPr/>
        <a:lstStyle/>
        <a:p>
          <a:endParaRPr lang="en-US"/>
        </a:p>
      </dgm:t>
    </dgm:pt>
    <dgm:pt modelId="{4E7217F9-D617-8242-ACF9-66D1D7A8DB32}" type="sibTrans" cxnId="{EE269600-78DF-D041-9077-E909E656B6EC}">
      <dgm:prSet/>
      <dgm:spPr/>
      <dgm:t>
        <a:bodyPr/>
        <a:lstStyle/>
        <a:p>
          <a:endParaRPr lang="en-US"/>
        </a:p>
      </dgm:t>
    </dgm:pt>
    <dgm:pt modelId="{FE203C43-0397-5641-B440-908474CF6BA0}">
      <dgm:prSet phldrT="[Text]"/>
      <dgm:spPr/>
      <dgm:t>
        <a:bodyPr/>
        <a:lstStyle/>
        <a:p>
          <a:r>
            <a:rPr lang="en-US" dirty="0"/>
            <a:t>Anxiety</a:t>
          </a:r>
        </a:p>
        <a:p>
          <a:r>
            <a:rPr lang="en-US" dirty="0"/>
            <a:t>(17%)</a:t>
          </a:r>
        </a:p>
      </dgm:t>
    </dgm:pt>
    <dgm:pt modelId="{ADA58918-6C14-954A-A082-0CEA2D61206F}" type="parTrans" cxnId="{2DF5274C-268D-2F4E-845F-98370019B278}">
      <dgm:prSet/>
      <dgm:spPr/>
      <dgm:t>
        <a:bodyPr/>
        <a:lstStyle/>
        <a:p>
          <a:endParaRPr lang="en-US"/>
        </a:p>
      </dgm:t>
    </dgm:pt>
    <dgm:pt modelId="{8191346F-692A-6340-ACD0-653918877889}" type="sibTrans" cxnId="{2DF5274C-268D-2F4E-845F-98370019B278}">
      <dgm:prSet/>
      <dgm:spPr/>
      <dgm:t>
        <a:bodyPr/>
        <a:lstStyle/>
        <a:p>
          <a:endParaRPr lang="en-US"/>
        </a:p>
      </dgm:t>
    </dgm:pt>
    <dgm:pt modelId="{F75392F1-0086-B34B-903D-5577B876A274}">
      <dgm:prSet phldrT="[Text]"/>
      <dgm:spPr/>
      <dgm:t>
        <a:bodyPr/>
        <a:lstStyle/>
        <a:p>
          <a:r>
            <a:rPr lang="en-US" dirty="0"/>
            <a:t>No Anxiety</a:t>
          </a:r>
        </a:p>
        <a:p>
          <a:r>
            <a:rPr lang="en-US" dirty="0"/>
            <a:t>(7%)</a:t>
          </a:r>
        </a:p>
      </dgm:t>
    </dgm:pt>
    <dgm:pt modelId="{A053D9A8-1B1C-0D45-A3FE-6BE45B0637DC}" type="parTrans" cxnId="{492184FB-E205-6D4C-A156-5792A122CF8F}">
      <dgm:prSet/>
      <dgm:spPr/>
      <dgm:t>
        <a:bodyPr/>
        <a:lstStyle/>
        <a:p>
          <a:endParaRPr lang="en-US"/>
        </a:p>
      </dgm:t>
    </dgm:pt>
    <dgm:pt modelId="{396A43B8-A369-2940-905E-01923CFD224D}" type="sibTrans" cxnId="{492184FB-E205-6D4C-A156-5792A122CF8F}">
      <dgm:prSet/>
      <dgm:spPr/>
      <dgm:t>
        <a:bodyPr/>
        <a:lstStyle/>
        <a:p>
          <a:endParaRPr lang="en-US"/>
        </a:p>
      </dgm:t>
    </dgm:pt>
    <dgm:pt modelId="{4640C1E4-8F80-5742-B2B0-D5C486FEAF14}">
      <dgm:prSet phldrT="[Text]"/>
      <dgm:spPr/>
      <dgm:t>
        <a:bodyPr/>
        <a:lstStyle/>
        <a:p>
          <a:r>
            <a:rPr lang="en-US" dirty="0"/>
            <a:t>Anxiety</a:t>
          </a:r>
        </a:p>
        <a:p>
          <a:r>
            <a:rPr lang="en-US" dirty="0"/>
            <a:t>(5%)</a:t>
          </a:r>
        </a:p>
      </dgm:t>
    </dgm:pt>
    <dgm:pt modelId="{F5ABB958-ADD6-844E-8AAC-7F84FF61CE78}" type="parTrans" cxnId="{625292FC-B6AF-084B-A32D-1271B73D278E}">
      <dgm:prSet/>
      <dgm:spPr/>
      <dgm:t>
        <a:bodyPr/>
        <a:lstStyle/>
        <a:p>
          <a:endParaRPr lang="en-US"/>
        </a:p>
      </dgm:t>
    </dgm:pt>
    <dgm:pt modelId="{DEDBBA97-1192-3248-9D47-8B4C42FBE33E}" type="sibTrans" cxnId="{625292FC-B6AF-084B-A32D-1271B73D278E}">
      <dgm:prSet/>
      <dgm:spPr/>
      <dgm:t>
        <a:bodyPr/>
        <a:lstStyle/>
        <a:p>
          <a:endParaRPr lang="en-US"/>
        </a:p>
      </dgm:t>
    </dgm:pt>
    <dgm:pt modelId="{CE163051-2624-9847-83D1-231631005E55}">
      <dgm:prSet phldrT="[Text]"/>
      <dgm:spPr/>
      <dgm:t>
        <a:bodyPr/>
        <a:lstStyle/>
        <a:p>
          <a:r>
            <a:rPr lang="en-US" dirty="0"/>
            <a:t>No Anxiety</a:t>
          </a:r>
        </a:p>
        <a:p>
          <a:r>
            <a:rPr lang="en-US" dirty="0"/>
            <a:t>(13%)</a:t>
          </a:r>
        </a:p>
      </dgm:t>
    </dgm:pt>
    <dgm:pt modelId="{02F22403-1040-E147-B929-91FBFB629467}" type="parTrans" cxnId="{0A17C394-37D4-5246-A66A-FB824103E3AC}">
      <dgm:prSet/>
      <dgm:spPr/>
      <dgm:t>
        <a:bodyPr/>
        <a:lstStyle/>
        <a:p>
          <a:endParaRPr lang="en-US"/>
        </a:p>
      </dgm:t>
    </dgm:pt>
    <dgm:pt modelId="{1D64C5B2-365B-ED4C-8B77-0298DB2E85B7}" type="sibTrans" cxnId="{0A17C394-37D4-5246-A66A-FB824103E3AC}">
      <dgm:prSet/>
      <dgm:spPr/>
      <dgm:t>
        <a:bodyPr/>
        <a:lstStyle/>
        <a:p>
          <a:endParaRPr lang="en-US"/>
        </a:p>
      </dgm:t>
    </dgm:pt>
    <dgm:pt modelId="{6A61B639-E072-F14B-8E79-B63F3E282315}">
      <dgm:prSet phldrT="[Text]"/>
      <dgm:spPr/>
      <dgm:t>
        <a:bodyPr/>
        <a:lstStyle/>
        <a:p>
          <a:r>
            <a:rPr lang="en-US" dirty="0"/>
            <a:t>Anxiety</a:t>
          </a:r>
        </a:p>
        <a:p>
          <a:r>
            <a:rPr lang="en-US" dirty="0"/>
            <a:t>(11%)</a:t>
          </a:r>
        </a:p>
      </dgm:t>
    </dgm:pt>
    <dgm:pt modelId="{BC0B8549-9A68-5C43-BEF6-C078AC871F59}" type="parTrans" cxnId="{22498D5B-9314-BC46-9A84-DF9C5F5F382F}">
      <dgm:prSet/>
      <dgm:spPr/>
      <dgm:t>
        <a:bodyPr/>
        <a:lstStyle/>
        <a:p>
          <a:endParaRPr lang="en-US"/>
        </a:p>
      </dgm:t>
    </dgm:pt>
    <dgm:pt modelId="{A8769F09-FC28-B941-A0CC-86D390CB8B30}" type="sibTrans" cxnId="{22498D5B-9314-BC46-9A84-DF9C5F5F382F}">
      <dgm:prSet/>
      <dgm:spPr/>
      <dgm:t>
        <a:bodyPr/>
        <a:lstStyle/>
        <a:p>
          <a:endParaRPr lang="en-US"/>
        </a:p>
      </dgm:t>
    </dgm:pt>
    <dgm:pt modelId="{3527A5BF-EFFD-5547-B658-887366A70139}">
      <dgm:prSet phldrT="[Text]"/>
      <dgm:spPr/>
      <dgm:t>
        <a:bodyPr/>
        <a:lstStyle/>
        <a:p>
          <a:r>
            <a:rPr lang="en-US" dirty="0"/>
            <a:t>Anxiety</a:t>
          </a:r>
        </a:p>
        <a:p>
          <a:r>
            <a:rPr lang="en-US" dirty="0"/>
            <a:t>(6%)</a:t>
          </a:r>
        </a:p>
      </dgm:t>
    </dgm:pt>
    <dgm:pt modelId="{2ADA2F4C-D522-644E-95B9-49035F41CF1F}" type="parTrans" cxnId="{100A00F4-E559-6F4C-A74A-544FF1A97452}">
      <dgm:prSet/>
      <dgm:spPr/>
      <dgm:t>
        <a:bodyPr/>
        <a:lstStyle/>
        <a:p>
          <a:endParaRPr lang="en-US"/>
        </a:p>
      </dgm:t>
    </dgm:pt>
    <dgm:pt modelId="{F9BC2895-2AFA-7543-8A8B-07D95631B836}" type="sibTrans" cxnId="{100A00F4-E559-6F4C-A74A-544FF1A97452}">
      <dgm:prSet/>
      <dgm:spPr/>
      <dgm:t>
        <a:bodyPr/>
        <a:lstStyle/>
        <a:p>
          <a:endParaRPr lang="en-US"/>
        </a:p>
      </dgm:t>
    </dgm:pt>
    <dgm:pt modelId="{8DBC8D5C-862C-204B-AE06-8E1AEA50289B}">
      <dgm:prSet phldrT="[Text]"/>
      <dgm:spPr/>
      <dgm:t>
        <a:bodyPr/>
        <a:lstStyle/>
        <a:p>
          <a:r>
            <a:rPr lang="en-US" dirty="0"/>
            <a:t>No Anxiety</a:t>
          </a:r>
        </a:p>
        <a:p>
          <a:r>
            <a:rPr lang="en-US" dirty="0"/>
            <a:t>(5%)</a:t>
          </a:r>
        </a:p>
      </dgm:t>
    </dgm:pt>
    <dgm:pt modelId="{BD65E8B2-5C4A-3A43-807E-802838529358}" type="parTrans" cxnId="{85411645-EE48-3A43-A940-C7CDD9E8E9B0}">
      <dgm:prSet/>
      <dgm:spPr/>
      <dgm:t>
        <a:bodyPr/>
        <a:lstStyle/>
        <a:p>
          <a:endParaRPr lang="en-US"/>
        </a:p>
      </dgm:t>
    </dgm:pt>
    <dgm:pt modelId="{94FF8175-6B50-8A4C-AA2D-CE1E26EB78AB}" type="sibTrans" cxnId="{85411645-EE48-3A43-A940-C7CDD9E8E9B0}">
      <dgm:prSet/>
      <dgm:spPr/>
      <dgm:t>
        <a:bodyPr/>
        <a:lstStyle/>
        <a:p>
          <a:endParaRPr lang="en-US"/>
        </a:p>
      </dgm:t>
    </dgm:pt>
    <dgm:pt modelId="{2DC2CF56-612B-9041-A747-94D90D94652F}">
      <dgm:prSet phldrT="[Text]"/>
      <dgm:spPr/>
      <dgm:t>
        <a:bodyPr/>
        <a:lstStyle/>
        <a:p>
          <a:r>
            <a:rPr lang="en-US" dirty="0"/>
            <a:t>No Anxiety</a:t>
          </a:r>
        </a:p>
        <a:p>
          <a:r>
            <a:rPr lang="en-US" dirty="0"/>
            <a:t>(46%)</a:t>
          </a:r>
        </a:p>
      </dgm:t>
    </dgm:pt>
    <dgm:pt modelId="{9732CC87-50DE-5945-A5C9-2475D372904F}" type="parTrans" cxnId="{2346E849-119C-7D44-8073-DED00C77106E}">
      <dgm:prSet/>
      <dgm:spPr/>
      <dgm:t>
        <a:bodyPr/>
        <a:lstStyle/>
        <a:p>
          <a:endParaRPr lang="en-US"/>
        </a:p>
      </dgm:t>
    </dgm:pt>
    <dgm:pt modelId="{00D2F5DA-93BD-3445-A778-704C261D2D60}" type="sibTrans" cxnId="{2346E849-119C-7D44-8073-DED00C77106E}">
      <dgm:prSet/>
      <dgm:spPr/>
      <dgm:t>
        <a:bodyPr/>
        <a:lstStyle/>
        <a:p>
          <a:endParaRPr lang="en-US"/>
        </a:p>
      </dgm:t>
    </dgm:pt>
    <dgm:pt modelId="{A104B248-E717-024D-B6C1-2BCC5E1E691C}">
      <dgm:prSet phldrT="[Text]"/>
      <dgm:spPr/>
      <dgm:t>
        <a:bodyPr/>
        <a:lstStyle/>
        <a:p>
          <a:r>
            <a:rPr lang="en-US" dirty="0"/>
            <a:t>Anxiety</a:t>
          </a:r>
        </a:p>
        <a:p>
          <a:r>
            <a:rPr lang="en-US" dirty="0"/>
            <a:t>(7%)</a:t>
          </a:r>
        </a:p>
      </dgm:t>
    </dgm:pt>
    <dgm:pt modelId="{464F4375-2A1B-5B43-BA99-8811ED2A7C2F}" type="parTrans" cxnId="{9A439E41-84CD-2A4E-9C3A-BB52873F2C79}">
      <dgm:prSet/>
      <dgm:spPr/>
      <dgm:t>
        <a:bodyPr/>
        <a:lstStyle/>
        <a:p>
          <a:endParaRPr lang="en-US"/>
        </a:p>
      </dgm:t>
    </dgm:pt>
    <dgm:pt modelId="{8B3A0BDC-A36D-6F4F-A3B2-CB521E6B650F}" type="sibTrans" cxnId="{9A439E41-84CD-2A4E-9C3A-BB52873F2C79}">
      <dgm:prSet/>
      <dgm:spPr/>
      <dgm:t>
        <a:bodyPr/>
        <a:lstStyle/>
        <a:p>
          <a:endParaRPr lang="en-US"/>
        </a:p>
      </dgm:t>
    </dgm:pt>
    <dgm:pt modelId="{981FD3FF-4FDC-7348-A735-7839BFBC1AD0}">
      <dgm:prSet phldrT="[Text]"/>
      <dgm:spPr/>
      <dgm:t>
        <a:bodyPr/>
        <a:lstStyle/>
        <a:p>
          <a:r>
            <a:rPr lang="en-US" dirty="0"/>
            <a:t>No Anxiety</a:t>
          </a:r>
        </a:p>
        <a:p>
          <a:r>
            <a:rPr lang="en-US" dirty="0"/>
            <a:t>(39%)</a:t>
          </a:r>
        </a:p>
      </dgm:t>
    </dgm:pt>
    <dgm:pt modelId="{7FAF605B-3831-5A4D-9279-CCD2B1E6BCD3}" type="parTrans" cxnId="{DB2473AD-4031-864C-858C-DE2C13049547}">
      <dgm:prSet/>
      <dgm:spPr/>
      <dgm:t>
        <a:bodyPr/>
        <a:lstStyle/>
        <a:p>
          <a:endParaRPr lang="en-US"/>
        </a:p>
      </dgm:t>
    </dgm:pt>
    <dgm:pt modelId="{F5055F0B-AAFD-F24F-B3A0-CEE64F5D9DF5}" type="sibTrans" cxnId="{DB2473AD-4031-864C-858C-DE2C13049547}">
      <dgm:prSet/>
      <dgm:spPr/>
      <dgm:t>
        <a:bodyPr/>
        <a:lstStyle/>
        <a:p>
          <a:endParaRPr lang="en-US"/>
        </a:p>
      </dgm:t>
    </dgm:pt>
    <dgm:pt modelId="{0A2B7D45-B81C-EB4E-9E56-C9D599C1EA4C}" type="pres">
      <dgm:prSet presAssocID="{AC88FA02-E26C-654B-81CF-5BA45261280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446597E-B77D-294B-AD4A-3802890103A9}" type="pres">
      <dgm:prSet presAssocID="{F4E2081F-63DB-054C-8E05-01457DA4834C}" presName="root1" presStyleCnt="0"/>
      <dgm:spPr/>
    </dgm:pt>
    <dgm:pt modelId="{2E5FC662-F01F-564C-898F-394F93CB760D}" type="pres">
      <dgm:prSet presAssocID="{F4E2081F-63DB-054C-8E05-01457DA4834C}" presName="LevelOneTextNode" presStyleLbl="node0" presStyleIdx="0" presStyleCnt="2" custScaleY="120692" custLinFactX="-85772" custLinFactNeighborX="-100000" custLinFactNeighborY="-4733">
        <dgm:presLayoutVars>
          <dgm:chPref val="3"/>
        </dgm:presLayoutVars>
      </dgm:prSet>
      <dgm:spPr/>
    </dgm:pt>
    <dgm:pt modelId="{A5FD2A97-E3D1-5646-99B1-46503C3ADCE3}" type="pres">
      <dgm:prSet presAssocID="{F4E2081F-63DB-054C-8E05-01457DA4834C}" presName="level2hierChild" presStyleCnt="0"/>
      <dgm:spPr/>
    </dgm:pt>
    <dgm:pt modelId="{4A8F173B-B647-7A41-86BE-25DBD6786A22}" type="pres">
      <dgm:prSet presAssocID="{9FFB8D0C-5D8D-A54F-AA23-43BA58E13957}" presName="conn2-1" presStyleLbl="parChTrans1D2" presStyleIdx="0" presStyleCnt="4"/>
      <dgm:spPr/>
    </dgm:pt>
    <dgm:pt modelId="{0D7CBDA5-C626-AB44-A9E0-E59EA3DAB988}" type="pres">
      <dgm:prSet presAssocID="{9FFB8D0C-5D8D-A54F-AA23-43BA58E13957}" presName="connTx" presStyleLbl="parChTrans1D2" presStyleIdx="0" presStyleCnt="4"/>
      <dgm:spPr/>
    </dgm:pt>
    <dgm:pt modelId="{5B50D4CE-8831-DF43-8A22-11FB9A2CD855}" type="pres">
      <dgm:prSet presAssocID="{D238D083-AC2D-8D40-8622-893E12E5FCF2}" presName="root2" presStyleCnt="0"/>
      <dgm:spPr/>
    </dgm:pt>
    <dgm:pt modelId="{896D4C72-30F4-FF48-853D-1049BFE01D2C}" type="pres">
      <dgm:prSet presAssocID="{D238D083-AC2D-8D40-8622-893E12E5FCF2}" presName="LevelTwoTextNode" presStyleLbl="node2" presStyleIdx="0" presStyleCnt="4">
        <dgm:presLayoutVars>
          <dgm:chPref val="3"/>
        </dgm:presLayoutVars>
      </dgm:prSet>
      <dgm:spPr/>
    </dgm:pt>
    <dgm:pt modelId="{9B5822D3-691A-2A45-BE9D-4E33DBA4470E}" type="pres">
      <dgm:prSet presAssocID="{D238D083-AC2D-8D40-8622-893E12E5FCF2}" presName="level3hierChild" presStyleCnt="0"/>
      <dgm:spPr/>
    </dgm:pt>
    <dgm:pt modelId="{DE37681E-BED7-684E-AC4B-8B3792C35BF1}" type="pres">
      <dgm:prSet presAssocID="{ADA58918-6C14-954A-A082-0CEA2D61206F}" presName="conn2-1" presStyleLbl="parChTrans1D3" presStyleIdx="0" presStyleCnt="8"/>
      <dgm:spPr/>
    </dgm:pt>
    <dgm:pt modelId="{97049DFB-0807-D744-9371-357846179C70}" type="pres">
      <dgm:prSet presAssocID="{ADA58918-6C14-954A-A082-0CEA2D61206F}" presName="connTx" presStyleLbl="parChTrans1D3" presStyleIdx="0" presStyleCnt="8"/>
      <dgm:spPr/>
    </dgm:pt>
    <dgm:pt modelId="{4529E655-EF0E-6D47-8FAA-4E87558B9394}" type="pres">
      <dgm:prSet presAssocID="{FE203C43-0397-5641-B440-908474CF6BA0}" presName="root2" presStyleCnt="0"/>
      <dgm:spPr/>
    </dgm:pt>
    <dgm:pt modelId="{B1C9D90C-1896-AB48-8AE1-1708F95E90D7}" type="pres">
      <dgm:prSet presAssocID="{FE203C43-0397-5641-B440-908474CF6BA0}" presName="LevelTwoTextNode" presStyleLbl="node3" presStyleIdx="0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E82127B4-FA18-DB47-90EA-BE73AF10D416}" type="pres">
      <dgm:prSet presAssocID="{FE203C43-0397-5641-B440-908474CF6BA0}" presName="level3hierChild" presStyleCnt="0"/>
      <dgm:spPr/>
    </dgm:pt>
    <dgm:pt modelId="{B0F47049-9A2A-E145-AAB8-864E8AA8D5DA}" type="pres">
      <dgm:prSet presAssocID="{A053D9A8-1B1C-0D45-A3FE-6BE45B0637DC}" presName="conn2-1" presStyleLbl="parChTrans1D3" presStyleIdx="1" presStyleCnt="8"/>
      <dgm:spPr/>
    </dgm:pt>
    <dgm:pt modelId="{E4F23EF9-12CA-D945-926B-177F3D39605F}" type="pres">
      <dgm:prSet presAssocID="{A053D9A8-1B1C-0D45-A3FE-6BE45B0637DC}" presName="connTx" presStyleLbl="parChTrans1D3" presStyleIdx="1" presStyleCnt="8"/>
      <dgm:spPr/>
    </dgm:pt>
    <dgm:pt modelId="{48698FCD-74C6-1C42-B232-0905A9E56745}" type="pres">
      <dgm:prSet presAssocID="{F75392F1-0086-B34B-903D-5577B876A274}" presName="root2" presStyleCnt="0"/>
      <dgm:spPr/>
    </dgm:pt>
    <dgm:pt modelId="{660C7D95-FDDA-B043-A878-982736C48441}" type="pres">
      <dgm:prSet presAssocID="{F75392F1-0086-B34B-903D-5577B876A274}" presName="LevelTwoTextNode" presStyleLbl="node3" presStyleIdx="1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A8F0CA44-6FC0-4042-A602-62504BA7EE2B}" type="pres">
      <dgm:prSet presAssocID="{F75392F1-0086-B34B-903D-5577B876A274}" presName="level3hierChild" presStyleCnt="0"/>
      <dgm:spPr/>
    </dgm:pt>
    <dgm:pt modelId="{075242B2-B3A3-8B40-8050-9908343CAEF6}" type="pres">
      <dgm:prSet presAssocID="{B187BCB6-89ED-6747-B34D-AE746DED10B5}" presName="conn2-1" presStyleLbl="parChTrans1D2" presStyleIdx="1" presStyleCnt="4"/>
      <dgm:spPr/>
    </dgm:pt>
    <dgm:pt modelId="{3F7963CF-D28D-F247-B38F-05140F8A49E8}" type="pres">
      <dgm:prSet presAssocID="{B187BCB6-89ED-6747-B34D-AE746DED10B5}" presName="connTx" presStyleLbl="parChTrans1D2" presStyleIdx="1" presStyleCnt="4"/>
      <dgm:spPr/>
    </dgm:pt>
    <dgm:pt modelId="{012BF84D-2D7E-1E45-91D8-3FF026860D07}" type="pres">
      <dgm:prSet presAssocID="{90EDD8AE-3EE5-8945-80E1-1DA0A9AA3E25}" presName="root2" presStyleCnt="0"/>
      <dgm:spPr/>
    </dgm:pt>
    <dgm:pt modelId="{4915C9F8-0459-0C47-A384-D827DE26DDB9}" type="pres">
      <dgm:prSet presAssocID="{90EDD8AE-3EE5-8945-80E1-1DA0A9AA3E25}" presName="LevelTwoTextNode" presStyleLbl="node2" presStyleIdx="1" presStyleCnt="4">
        <dgm:presLayoutVars>
          <dgm:chPref val="3"/>
        </dgm:presLayoutVars>
      </dgm:prSet>
      <dgm:spPr/>
    </dgm:pt>
    <dgm:pt modelId="{63A84559-FA0F-1D4C-A0D4-38051DB9E924}" type="pres">
      <dgm:prSet presAssocID="{90EDD8AE-3EE5-8945-80E1-1DA0A9AA3E25}" presName="level3hierChild" presStyleCnt="0"/>
      <dgm:spPr/>
    </dgm:pt>
    <dgm:pt modelId="{FB5A3570-B08A-7F4D-9F40-D6F646F5D27D}" type="pres">
      <dgm:prSet presAssocID="{F5ABB958-ADD6-844E-8AAC-7F84FF61CE78}" presName="conn2-1" presStyleLbl="parChTrans1D3" presStyleIdx="2" presStyleCnt="8"/>
      <dgm:spPr/>
    </dgm:pt>
    <dgm:pt modelId="{DACD119E-E0D6-834D-8412-F957A4CCEE37}" type="pres">
      <dgm:prSet presAssocID="{F5ABB958-ADD6-844E-8AAC-7F84FF61CE78}" presName="connTx" presStyleLbl="parChTrans1D3" presStyleIdx="2" presStyleCnt="8"/>
      <dgm:spPr/>
    </dgm:pt>
    <dgm:pt modelId="{18EFD333-3BBA-874F-975A-5E7F4880430A}" type="pres">
      <dgm:prSet presAssocID="{4640C1E4-8F80-5742-B2B0-D5C486FEAF14}" presName="root2" presStyleCnt="0"/>
      <dgm:spPr/>
    </dgm:pt>
    <dgm:pt modelId="{329B4990-3DCB-0B41-AE65-1385FBF540C0}" type="pres">
      <dgm:prSet presAssocID="{4640C1E4-8F80-5742-B2B0-D5C486FEAF14}" presName="LevelTwoTextNode" presStyleLbl="node3" presStyleIdx="2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24552897-AEE0-EF48-AA4A-9400AD0D51B9}" type="pres">
      <dgm:prSet presAssocID="{4640C1E4-8F80-5742-B2B0-D5C486FEAF14}" presName="level3hierChild" presStyleCnt="0"/>
      <dgm:spPr/>
    </dgm:pt>
    <dgm:pt modelId="{25EE9E64-36F1-AC49-9054-9C6C54E3993A}" type="pres">
      <dgm:prSet presAssocID="{02F22403-1040-E147-B929-91FBFB629467}" presName="conn2-1" presStyleLbl="parChTrans1D3" presStyleIdx="3" presStyleCnt="8"/>
      <dgm:spPr/>
    </dgm:pt>
    <dgm:pt modelId="{4C80AD50-C00F-0D4D-AEF9-4D24E0E59F44}" type="pres">
      <dgm:prSet presAssocID="{02F22403-1040-E147-B929-91FBFB629467}" presName="connTx" presStyleLbl="parChTrans1D3" presStyleIdx="3" presStyleCnt="8"/>
      <dgm:spPr/>
    </dgm:pt>
    <dgm:pt modelId="{97CF9F0F-4BDC-904B-8698-5A654B8F002F}" type="pres">
      <dgm:prSet presAssocID="{CE163051-2624-9847-83D1-231631005E55}" presName="root2" presStyleCnt="0"/>
      <dgm:spPr/>
    </dgm:pt>
    <dgm:pt modelId="{8FA60B2A-AFF2-F144-931B-543F6C001782}" type="pres">
      <dgm:prSet presAssocID="{CE163051-2624-9847-83D1-231631005E55}" presName="LevelTwoTextNode" presStyleLbl="node3" presStyleIdx="3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6FFB2872-B6D9-DD45-BADE-77F8192757BA}" type="pres">
      <dgm:prSet presAssocID="{CE163051-2624-9847-83D1-231631005E55}" presName="level3hierChild" presStyleCnt="0"/>
      <dgm:spPr/>
    </dgm:pt>
    <dgm:pt modelId="{296EABEF-2B83-064B-BA99-7D4BFF34BB53}" type="pres">
      <dgm:prSet presAssocID="{D7FF0505-92D5-5845-8C42-26EE5371492A}" presName="root1" presStyleCnt="0"/>
      <dgm:spPr/>
    </dgm:pt>
    <dgm:pt modelId="{B42D8C23-0A95-6F41-A643-05DCA24DA714}" type="pres">
      <dgm:prSet presAssocID="{D7FF0505-92D5-5845-8C42-26EE5371492A}" presName="LevelOneTextNode" presStyleLbl="node0" presStyleIdx="1" presStyleCnt="2" custScaleY="120692" custLinFactX="-85772" custLinFactNeighborX="-100000" custLinFactNeighborY="-4733">
        <dgm:presLayoutVars>
          <dgm:chPref val="3"/>
        </dgm:presLayoutVars>
      </dgm:prSet>
      <dgm:spPr/>
    </dgm:pt>
    <dgm:pt modelId="{D4E52834-C9CC-824B-9910-FEC106063219}" type="pres">
      <dgm:prSet presAssocID="{D7FF0505-92D5-5845-8C42-26EE5371492A}" presName="level2hierChild" presStyleCnt="0"/>
      <dgm:spPr/>
    </dgm:pt>
    <dgm:pt modelId="{1D53ED84-5BCF-A345-82EA-FC755FFC04E4}" type="pres">
      <dgm:prSet presAssocID="{BC0B8549-9A68-5C43-BEF6-C078AC871F59}" presName="conn2-1" presStyleLbl="parChTrans1D2" presStyleIdx="2" presStyleCnt="4"/>
      <dgm:spPr/>
    </dgm:pt>
    <dgm:pt modelId="{CFA014F1-A21D-5F4E-9684-701C118B5AD3}" type="pres">
      <dgm:prSet presAssocID="{BC0B8549-9A68-5C43-BEF6-C078AC871F59}" presName="connTx" presStyleLbl="parChTrans1D2" presStyleIdx="2" presStyleCnt="4"/>
      <dgm:spPr/>
    </dgm:pt>
    <dgm:pt modelId="{AC6190D1-DF4C-5147-8BF9-683A56AE9E89}" type="pres">
      <dgm:prSet presAssocID="{6A61B639-E072-F14B-8E79-B63F3E282315}" presName="root2" presStyleCnt="0"/>
      <dgm:spPr/>
    </dgm:pt>
    <dgm:pt modelId="{08FB15AD-8641-2048-90BC-187BB0959AC8}" type="pres">
      <dgm:prSet presAssocID="{6A61B639-E072-F14B-8E79-B63F3E282315}" presName="LevelTwoTextNode" presStyleLbl="node2" presStyleIdx="2" presStyleCnt="4">
        <dgm:presLayoutVars>
          <dgm:chPref val="3"/>
        </dgm:presLayoutVars>
      </dgm:prSet>
      <dgm:spPr/>
    </dgm:pt>
    <dgm:pt modelId="{1FE24A96-1C24-EF48-8F7E-E964F17BA9A6}" type="pres">
      <dgm:prSet presAssocID="{6A61B639-E072-F14B-8E79-B63F3E282315}" presName="level3hierChild" presStyleCnt="0"/>
      <dgm:spPr/>
    </dgm:pt>
    <dgm:pt modelId="{C43E5C8D-3C1B-4D4C-B3BC-CCB015EF3C93}" type="pres">
      <dgm:prSet presAssocID="{2ADA2F4C-D522-644E-95B9-49035F41CF1F}" presName="conn2-1" presStyleLbl="parChTrans1D3" presStyleIdx="4" presStyleCnt="8"/>
      <dgm:spPr/>
    </dgm:pt>
    <dgm:pt modelId="{9DD967A3-BBC2-E448-AB4E-66CDEFD21360}" type="pres">
      <dgm:prSet presAssocID="{2ADA2F4C-D522-644E-95B9-49035F41CF1F}" presName="connTx" presStyleLbl="parChTrans1D3" presStyleIdx="4" presStyleCnt="8"/>
      <dgm:spPr/>
    </dgm:pt>
    <dgm:pt modelId="{028B7817-ECC8-754F-BA2E-4A7AA91C94E6}" type="pres">
      <dgm:prSet presAssocID="{3527A5BF-EFFD-5547-B658-887366A70139}" presName="root2" presStyleCnt="0"/>
      <dgm:spPr/>
    </dgm:pt>
    <dgm:pt modelId="{B3882E92-45C7-5E4F-875E-0D0594DC9FA3}" type="pres">
      <dgm:prSet presAssocID="{3527A5BF-EFFD-5547-B658-887366A70139}" presName="LevelTwoTextNode" presStyleLbl="node3" presStyleIdx="4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A2192A59-FF89-8642-8394-9CDC30227BFD}" type="pres">
      <dgm:prSet presAssocID="{3527A5BF-EFFD-5547-B658-887366A70139}" presName="level3hierChild" presStyleCnt="0"/>
      <dgm:spPr/>
    </dgm:pt>
    <dgm:pt modelId="{49B99774-E821-324B-ADA8-718775DC50C0}" type="pres">
      <dgm:prSet presAssocID="{BD65E8B2-5C4A-3A43-807E-802838529358}" presName="conn2-1" presStyleLbl="parChTrans1D3" presStyleIdx="5" presStyleCnt="8"/>
      <dgm:spPr/>
    </dgm:pt>
    <dgm:pt modelId="{3E133CE1-6788-B242-8239-D51D0D3C98B2}" type="pres">
      <dgm:prSet presAssocID="{BD65E8B2-5C4A-3A43-807E-802838529358}" presName="connTx" presStyleLbl="parChTrans1D3" presStyleIdx="5" presStyleCnt="8"/>
      <dgm:spPr/>
    </dgm:pt>
    <dgm:pt modelId="{34C4B65F-CFDC-4B46-B91F-B153F7290042}" type="pres">
      <dgm:prSet presAssocID="{8DBC8D5C-862C-204B-AE06-8E1AEA50289B}" presName="root2" presStyleCnt="0"/>
      <dgm:spPr/>
    </dgm:pt>
    <dgm:pt modelId="{CC4BD005-3731-C24A-B67B-0732358B31D6}" type="pres">
      <dgm:prSet presAssocID="{8DBC8D5C-862C-204B-AE06-8E1AEA50289B}" presName="LevelTwoTextNode" presStyleLbl="node3" presStyleIdx="5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98E728FE-9909-B545-AE33-B14CF78B62E7}" type="pres">
      <dgm:prSet presAssocID="{8DBC8D5C-862C-204B-AE06-8E1AEA50289B}" presName="level3hierChild" presStyleCnt="0"/>
      <dgm:spPr/>
    </dgm:pt>
    <dgm:pt modelId="{01807F8B-185B-DA4B-8E22-FEF75220C754}" type="pres">
      <dgm:prSet presAssocID="{9732CC87-50DE-5945-A5C9-2475D372904F}" presName="conn2-1" presStyleLbl="parChTrans1D2" presStyleIdx="3" presStyleCnt="4"/>
      <dgm:spPr/>
    </dgm:pt>
    <dgm:pt modelId="{27B06943-7103-CD46-B78D-1CE2ECFDC367}" type="pres">
      <dgm:prSet presAssocID="{9732CC87-50DE-5945-A5C9-2475D372904F}" presName="connTx" presStyleLbl="parChTrans1D2" presStyleIdx="3" presStyleCnt="4"/>
      <dgm:spPr/>
    </dgm:pt>
    <dgm:pt modelId="{35C340C9-5E38-154E-B9E8-6A2C5951982F}" type="pres">
      <dgm:prSet presAssocID="{2DC2CF56-612B-9041-A747-94D90D94652F}" presName="root2" presStyleCnt="0"/>
      <dgm:spPr/>
    </dgm:pt>
    <dgm:pt modelId="{612D52B8-05F1-2043-9EA1-CC12681D5010}" type="pres">
      <dgm:prSet presAssocID="{2DC2CF56-612B-9041-A747-94D90D94652F}" presName="LevelTwoTextNode" presStyleLbl="node2" presStyleIdx="3" presStyleCnt="4">
        <dgm:presLayoutVars>
          <dgm:chPref val="3"/>
        </dgm:presLayoutVars>
      </dgm:prSet>
      <dgm:spPr/>
    </dgm:pt>
    <dgm:pt modelId="{FC570CD3-3864-6140-944D-33B623293346}" type="pres">
      <dgm:prSet presAssocID="{2DC2CF56-612B-9041-A747-94D90D94652F}" presName="level3hierChild" presStyleCnt="0"/>
      <dgm:spPr/>
    </dgm:pt>
    <dgm:pt modelId="{49C088E2-786D-094D-BA22-F9C00DAE26DC}" type="pres">
      <dgm:prSet presAssocID="{464F4375-2A1B-5B43-BA99-8811ED2A7C2F}" presName="conn2-1" presStyleLbl="parChTrans1D3" presStyleIdx="6" presStyleCnt="8"/>
      <dgm:spPr/>
    </dgm:pt>
    <dgm:pt modelId="{78628FC3-7492-9F42-9B27-71CDE98114F0}" type="pres">
      <dgm:prSet presAssocID="{464F4375-2A1B-5B43-BA99-8811ED2A7C2F}" presName="connTx" presStyleLbl="parChTrans1D3" presStyleIdx="6" presStyleCnt="8"/>
      <dgm:spPr/>
    </dgm:pt>
    <dgm:pt modelId="{6A0131DC-6EB5-C445-A69C-6E4CE6A8369D}" type="pres">
      <dgm:prSet presAssocID="{A104B248-E717-024D-B6C1-2BCC5E1E691C}" presName="root2" presStyleCnt="0"/>
      <dgm:spPr/>
    </dgm:pt>
    <dgm:pt modelId="{3A1D92EF-0638-7549-95B4-062805C956D2}" type="pres">
      <dgm:prSet presAssocID="{A104B248-E717-024D-B6C1-2BCC5E1E691C}" presName="LevelTwoTextNode" presStyleLbl="node3" presStyleIdx="6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45AF0770-7C7E-1645-A0B1-CEF80DFEA651}" type="pres">
      <dgm:prSet presAssocID="{A104B248-E717-024D-B6C1-2BCC5E1E691C}" presName="level3hierChild" presStyleCnt="0"/>
      <dgm:spPr/>
    </dgm:pt>
    <dgm:pt modelId="{05FAEBF8-D47F-9943-A421-8FBE6B400448}" type="pres">
      <dgm:prSet presAssocID="{7FAF605B-3831-5A4D-9279-CCD2B1E6BCD3}" presName="conn2-1" presStyleLbl="parChTrans1D3" presStyleIdx="7" presStyleCnt="8"/>
      <dgm:spPr/>
    </dgm:pt>
    <dgm:pt modelId="{AF3B8ADA-0536-7944-98D7-7A30B8BD2D08}" type="pres">
      <dgm:prSet presAssocID="{7FAF605B-3831-5A4D-9279-CCD2B1E6BCD3}" presName="connTx" presStyleLbl="parChTrans1D3" presStyleIdx="7" presStyleCnt="8"/>
      <dgm:spPr/>
    </dgm:pt>
    <dgm:pt modelId="{1BA615A3-BEC0-D240-88D2-27CACB19706D}" type="pres">
      <dgm:prSet presAssocID="{981FD3FF-4FDC-7348-A735-7839BFBC1AD0}" presName="root2" presStyleCnt="0"/>
      <dgm:spPr/>
    </dgm:pt>
    <dgm:pt modelId="{018AD1AC-D1FC-A640-9CD9-33D5E86EF636}" type="pres">
      <dgm:prSet presAssocID="{981FD3FF-4FDC-7348-A735-7839BFBC1AD0}" presName="LevelTwoTextNode" presStyleLbl="node3" presStyleIdx="7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649AA6F7-8759-EA4D-8331-16634BF3E64C}" type="pres">
      <dgm:prSet presAssocID="{981FD3FF-4FDC-7348-A735-7839BFBC1AD0}" presName="level3hierChild" presStyleCnt="0"/>
      <dgm:spPr/>
    </dgm:pt>
  </dgm:ptLst>
  <dgm:cxnLst>
    <dgm:cxn modelId="{EE269600-78DF-D041-9077-E909E656B6EC}" srcId="{F4E2081F-63DB-054C-8E05-01457DA4834C}" destId="{90EDD8AE-3EE5-8945-80E1-1DA0A9AA3E25}" srcOrd="1" destOrd="0" parTransId="{B187BCB6-89ED-6747-B34D-AE746DED10B5}" sibTransId="{4E7217F9-D617-8242-ACF9-66D1D7A8DB32}"/>
    <dgm:cxn modelId="{7ED9F500-7AE7-5244-B15F-E6CA726A20EC}" type="presOf" srcId="{6A61B639-E072-F14B-8E79-B63F3E282315}" destId="{08FB15AD-8641-2048-90BC-187BB0959AC8}" srcOrd="0" destOrd="0" presId="urn:microsoft.com/office/officeart/2005/8/layout/hierarchy2"/>
    <dgm:cxn modelId="{DC41BA0C-170F-8F45-9267-4C8C0BD711C2}" type="presOf" srcId="{AC88FA02-E26C-654B-81CF-5BA45261280F}" destId="{0A2B7D45-B81C-EB4E-9E56-C9D599C1EA4C}" srcOrd="0" destOrd="0" presId="urn:microsoft.com/office/officeart/2005/8/layout/hierarchy2"/>
    <dgm:cxn modelId="{6513B724-5057-4742-9482-00B6A2624CFE}" type="presOf" srcId="{8DBC8D5C-862C-204B-AE06-8E1AEA50289B}" destId="{CC4BD005-3731-C24A-B67B-0732358B31D6}" srcOrd="0" destOrd="0" presId="urn:microsoft.com/office/officeart/2005/8/layout/hierarchy2"/>
    <dgm:cxn modelId="{099F0926-4852-A945-A4F1-10B87A07A77A}" type="presOf" srcId="{90EDD8AE-3EE5-8945-80E1-1DA0A9AA3E25}" destId="{4915C9F8-0459-0C47-A384-D827DE26DDB9}" srcOrd="0" destOrd="0" presId="urn:microsoft.com/office/officeart/2005/8/layout/hierarchy2"/>
    <dgm:cxn modelId="{87638027-0A06-404F-B3E1-88A0C09FF050}" type="presOf" srcId="{D238D083-AC2D-8D40-8622-893E12E5FCF2}" destId="{896D4C72-30F4-FF48-853D-1049BFE01D2C}" srcOrd="0" destOrd="0" presId="urn:microsoft.com/office/officeart/2005/8/layout/hierarchy2"/>
    <dgm:cxn modelId="{46F04A28-5FBD-FA4E-B309-2A2C3BEB3E5E}" type="presOf" srcId="{02F22403-1040-E147-B929-91FBFB629467}" destId="{25EE9E64-36F1-AC49-9054-9C6C54E3993A}" srcOrd="0" destOrd="0" presId="urn:microsoft.com/office/officeart/2005/8/layout/hierarchy2"/>
    <dgm:cxn modelId="{69F4722B-971C-1B4A-9FB3-6D2069B1790D}" type="presOf" srcId="{BD65E8B2-5C4A-3A43-807E-802838529358}" destId="{49B99774-E821-324B-ADA8-718775DC50C0}" srcOrd="0" destOrd="0" presId="urn:microsoft.com/office/officeart/2005/8/layout/hierarchy2"/>
    <dgm:cxn modelId="{B0597C2D-0EE1-1247-AEF6-4D8015BC46C5}" type="presOf" srcId="{BC0B8549-9A68-5C43-BEF6-C078AC871F59}" destId="{1D53ED84-5BCF-A345-82EA-FC755FFC04E4}" srcOrd="0" destOrd="0" presId="urn:microsoft.com/office/officeart/2005/8/layout/hierarchy2"/>
    <dgm:cxn modelId="{7204022E-909F-7A47-AF6F-195BB47B37B4}" type="presOf" srcId="{7FAF605B-3831-5A4D-9279-CCD2B1E6BCD3}" destId="{AF3B8ADA-0536-7944-98D7-7A30B8BD2D08}" srcOrd="1" destOrd="0" presId="urn:microsoft.com/office/officeart/2005/8/layout/hierarchy2"/>
    <dgm:cxn modelId="{9ADC3031-3846-E24E-BF12-5288CE5DD5EB}" type="presOf" srcId="{9732CC87-50DE-5945-A5C9-2475D372904F}" destId="{01807F8B-185B-DA4B-8E22-FEF75220C754}" srcOrd="0" destOrd="0" presId="urn:microsoft.com/office/officeart/2005/8/layout/hierarchy2"/>
    <dgm:cxn modelId="{785B4131-ED7B-E640-8D21-B048243388BB}" type="presOf" srcId="{BC0B8549-9A68-5C43-BEF6-C078AC871F59}" destId="{CFA014F1-A21D-5F4E-9684-701C118B5AD3}" srcOrd="1" destOrd="0" presId="urn:microsoft.com/office/officeart/2005/8/layout/hierarchy2"/>
    <dgm:cxn modelId="{A99EA540-2385-AD46-A621-DF37CA472A0F}" type="presOf" srcId="{A053D9A8-1B1C-0D45-A3FE-6BE45B0637DC}" destId="{E4F23EF9-12CA-D945-926B-177F3D39605F}" srcOrd="1" destOrd="0" presId="urn:microsoft.com/office/officeart/2005/8/layout/hierarchy2"/>
    <dgm:cxn modelId="{9A439E41-84CD-2A4E-9C3A-BB52873F2C79}" srcId="{2DC2CF56-612B-9041-A747-94D90D94652F}" destId="{A104B248-E717-024D-B6C1-2BCC5E1E691C}" srcOrd="0" destOrd="0" parTransId="{464F4375-2A1B-5B43-BA99-8811ED2A7C2F}" sibTransId="{8B3A0BDC-A36D-6F4F-A3B2-CB521E6B650F}"/>
    <dgm:cxn modelId="{85411645-EE48-3A43-A940-C7CDD9E8E9B0}" srcId="{6A61B639-E072-F14B-8E79-B63F3E282315}" destId="{8DBC8D5C-862C-204B-AE06-8E1AEA50289B}" srcOrd="1" destOrd="0" parTransId="{BD65E8B2-5C4A-3A43-807E-802838529358}" sibTransId="{94FF8175-6B50-8A4C-AA2D-CE1E26EB78AB}"/>
    <dgm:cxn modelId="{D7B33A47-549F-9F48-8AE8-89B93E0EF01B}" srcId="{AC88FA02-E26C-654B-81CF-5BA45261280F}" destId="{F4E2081F-63DB-054C-8E05-01457DA4834C}" srcOrd="0" destOrd="0" parTransId="{1E129362-902B-A346-B9C5-E47208DA3544}" sibTransId="{C161670C-90E3-3846-A73D-E4411206A398}"/>
    <dgm:cxn modelId="{5978A947-BF7C-2543-AA35-F7BF69BB84F8}" type="presOf" srcId="{F5ABB958-ADD6-844E-8AAC-7F84FF61CE78}" destId="{FB5A3570-B08A-7F4D-9F40-D6F646F5D27D}" srcOrd="0" destOrd="0" presId="urn:microsoft.com/office/officeart/2005/8/layout/hierarchy2"/>
    <dgm:cxn modelId="{2346E849-119C-7D44-8073-DED00C77106E}" srcId="{D7FF0505-92D5-5845-8C42-26EE5371492A}" destId="{2DC2CF56-612B-9041-A747-94D90D94652F}" srcOrd="1" destOrd="0" parTransId="{9732CC87-50DE-5945-A5C9-2475D372904F}" sibTransId="{00D2F5DA-93BD-3445-A778-704C261D2D60}"/>
    <dgm:cxn modelId="{D60E894A-68E8-2B47-BBD0-B3C78F167D6B}" type="presOf" srcId="{9732CC87-50DE-5945-A5C9-2475D372904F}" destId="{27B06943-7103-CD46-B78D-1CE2ECFDC367}" srcOrd="1" destOrd="0" presId="urn:microsoft.com/office/officeart/2005/8/layout/hierarchy2"/>
    <dgm:cxn modelId="{2DF5274C-268D-2F4E-845F-98370019B278}" srcId="{D238D083-AC2D-8D40-8622-893E12E5FCF2}" destId="{FE203C43-0397-5641-B440-908474CF6BA0}" srcOrd="0" destOrd="0" parTransId="{ADA58918-6C14-954A-A082-0CEA2D61206F}" sibTransId="{8191346F-692A-6340-ACD0-653918877889}"/>
    <dgm:cxn modelId="{267AA154-6A6C-1E42-BC70-B77997420711}" type="presOf" srcId="{7FAF605B-3831-5A4D-9279-CCD2B1E6BCD3}" destId="{05FAEBF8-D47F-9943-A421-8FBE6B400448}" srcOrd="0" destOrd="0" presId="urn:microsoft.com/office/officeart/2005/8/layout/hierarchy2"/>
    <dgm:cxn modelId="{22498D5B-9314-BC46-9A84-DF9C5F5F382F}" srcId="{D7FF0505-92D5-5845-8C42-26EE5371492A}" destId="{6A61B639-E072-F14B-8E79-B63F3E282315}" srcOrd="0" destOrd="0" parTransId="{BC0B8549-9A68-5C43-BEF6-C078AC871F59}" sibTransId="{A8769F09-FC28-B941-A0CC-86D390CB8B30}"/>
    <dgm:cxn modelId="{74C4F161-722D-5649-AF93-71D9AFB39D11}" type="presOf" srcId="{ADA58918-6C14-954A-A082-0CEA2D61206F}" destId="{97049DFB-0807-D744-9371-357846179C70}" srcOrd="1" destOrd="0" presId="urn:microsoft.com/office/officeart/2005/8/layout/hierarchy2"/>
    <dgm:cxn modelId="{56CA6B64-DF1F-9944-BEB5-E4B21EEA0F01}" type="presOf" srcId="{4640C1E4-8F80-5742-B2B0-D5C486FEAF14}" destId="{329B4990-3DCB-0B41-AE65-1385FBF540C0}" srcOrd="0" destOrd="0" presId="urn:microsoft.com/office/officeart/2005/8/layout/hierarchy2"/>
    <dgm:cxn modelId="{5BFDDA66-7170-6B4F-ADAD-B27672E7DF21}" srcId="{AC88FA02-E26C-654B-81CF-5BA45261280F}" destId="{D7FF0505-92D5-5845-8C42-26EE5371492A}" srcOrd="1" destOrd="0" parTransId="{A91287EE-91C7-8F4B-A313-FCAF4852FB17}" sibTransId="{CAC6F734-7FC0-E54B-9BB0-07982EC0F150}"/>
    <dgm:cxn modelId="{836DD168-39CC-2A44-AEBD-21639BBBCD03}" type="presOf" srcId="{F75392F1-0086-B34B-903D-5577B876A274}" destId="{660C7D95-FDDA-B043-A878-982736C48441}" srcOrd="0" destOrd="0" presId="urn:microsoft.com/office/officeart/2005/8/layout/hierarchy2"/>
    <dgm:cxn modelId="{6DF56479-AFFB-804B-958D-C230ED810B80}" type="presOf" srcId="{FE203C43-0397-5641-B440-908474CF6BA0}" destId="{B1C9D90C-1896-AB48-8AE1-1708F95E90D7}" srcOrd="0" destOrd="0" presId="urn:microsoft.com/office/officeart/2005/8/layout/hierarchy2"/>
    <dgm:cxn modelId="{6497E48F-649E-D04F-A95B-44F915A817CF}" type="presOf" srcId="{981FD3FF-4FDC-7348-A735-7839BFBC1AD0}" destId="{018AD1AC-D1FC-A640-9CD9-33D5E86EF636}" srcOrd="0" destOrd="0" presId="urn:microsoft.com/office/officeart/2005/8/layout/hierarchy2"/>
    <dgm:cxn modelId="{9AB67A94-8AFD-B141-977F-8B7EB7FA3627}" type="presOf" srcId="{3527A5BF-EFFD-5547-B658-887366A70139}" destId="{B3882E92-45C7-5E4F-875E-0D0594DC9FA3}" srcOrd="0" destOrd="0" presId="urn:microsoft.com/office/officeart/2005/8/layout/hierarchy2"/>
    <dgm:cxn modelId="{0A17C394-37D4-5246-A66A-FB824103E3AC}" srcId="{90EDD8AE-3EE5-8945-80E1-1DA0A9AA3E25}" destId="{CE163051-2624-9847-83D1-231631005E55}" srcOrd="1" destOrd="0" parTransId="{02F22403-1040-E147-B929-91FBFB629467}" sibTransId="{1D64C5B2-365B-ED4C-8B77-0298DB2E85B7}"/>
    <dgm:cxn modelId="{EACAB9A0-62B4-C44B-B5EB-606004670A51}" type="presOf" srcId="{9FFB8D0C-5D8D-A54F-AA23-43BA58E13957}" destId="{4A8F173B-B647-7A41-86BE-25DBD6786A22}" srcOrd="0" destOrd="0" presId="urn:microsoft.com/office/officeart/2005/8/layout/hierarchy2"/>
    <dgm:cxn modelId="{7297B9AB-270F-C843-A818-11273D6DE577}" type="presOf" srcId="{D7FF0505-92D5-5845-8C42-26EE5371492A}" destId="{B42D8C23-0A95-6F41-A643-05DCA24DA714}" srcOrd="0" destOrd="0" presId="urn:microsoft.com/office/officeart/2005/8/layout/hierarchy2"/>
    <dgm:cxn modelId="{65A548AC-E126-704E-BAA7-B0256AADDFB7}" type="presOf" srcId="{2ADA2F4C-D522-644E-95B9-49035F41CF1F}" destId="{C43E5C8D-3C1B-4D4C-B3BC-CCB015EF3C93}" srcOrd="0" destOrd="0" presId="urn:microsoft.com/office/officeart/2005/8/layout/hierarchy2"/>
    <dgm:cxn modelId="{DB2473AD-4031-864C-858C-DE2C13049547}" srcId="{2DC2CF56-612B-9041-A747-94D90D94652F}" destId="{981FD3FF-4FDC-7348-A735-7839BFBC1AD0}" srcOrd="1" destOrd="0" parTransId="{7FAF605B-3831-5A4D-9279-CCD2B1E6BCD3}" sibTransId="{F5055F0B-AAFD-F24F-B3A0-CEE64F5D9DF5}"/>
    <dgm:cxn modelId="{F8605BB5-A500-8842-9A6C-AA9DD0622B19}" type="presOf" srcId="{F5ABB958-ADD6-844E-8AAC-7F84FF61CE78}" destId="{DACD119E-E0D6-834D-8412-F957A4CCEE37}" srcOrd="1" destOrd="0" presId="urn:microsoft.com/office/officeart/2005/8/layout/hierarchy2"/>
    <dgm:cxn modelId="{D3EE64C3-82FB-5848-9332-0A62DA1ED688}" type="presOf" srcId="{A104B248-E717-024D-B6C1-2BCC5E1E691C}" destId="{3A1D92EF-0638-7549-95B4-062805C956D2}" srcOrd="0" destOrd="0" presId="urn:microsoft.com/office/officeart/2005/8/layout/hierarchy2"/>
    <dgm:cxn modelId="{4F8775C4-DE22-524F-8894-C89D13410B6B}" type="presOf" srcId="{CE163051-2624-9847-83D1-231631005E55}" destId="{8FA60B2A-AFF2-F144-931B-543F6C001782}" srcOrd="0" destOrd="0" presId="urn:microsoft.com/office/officeart/2005/8/layout/hierarchy2"/>
    <dgm:cxn modelId="{F565DFCB-EF0F-E348-953B-A2026004101F}" type="presOf" srcId="{B187BCB6-89ED-6747-B34D-AE746DED10B5}" destId="{3F7963CF-D28D-F247-B38F-05140F8A49E8}" srcOrd="1" destOrd="0" presId="urn:microsoft.com/office/officeart/2005/8/layout/hierarchy2"/>
    <dgm:cxn modelId="{231738CC-D4A0-3048-9232-F5EAA375DC36}" type="presOf" srcId="{9FFB8D0C-5D8D-A54F-AA23-43BA58E13957}" destId="{0D7CBDA5-C626-AB44-A9E0-E59EA3DAB988}" srcOrd="1" destOrd="0" presId="urn:microsoft.com/office/officeart/2005/8/layout/hierarchy2"/>
    <dgm:cxn modelId="{BCBD61CC-A00A-814A-935A-7506C729ED3D}" type="presOf" srcId="{B187BCB6-89ED-6747-B34D-AE746DED10B5}" destId="{075242B2-B3A3-8B40-8050-9908343CAEF6}" srcOrd="0" destOrd="0" presId="urn:microsoft.com/office/officeart/2005/8/layout/hierarchy2"/>
    <dgm:cxn modelId="{E47D87CD-576E-C14C-97A9-3A14600BA033}" type="presOf" srcId="{2ADA2F4C-D522-644E-95B9-49035F41CF1F}" destId="{9DD967A3-BBC2-E448-AB4E-66CDEFD21360}" srcOrd="1" destOrd="0" presId="urn:microsoft.com/office/officeart/2005/8/layout/hierarchy2"/>
    <dgm:cxn modelId="{A554EBD3-E209-BE4A-AA79-CFE8A920BB5B}" type="presOf" srcId="{F4E2081F-63DB-054C-8E05-01457DA4834C}" destId="{2E5FC662-F01F-564C-898F-394F93CB760D}" srcOrd="0" destOrd="0" presId="urn:microsoft.com/office/officeart/2005/8/layout/hierarchy2"/>
    <dgm:cxn modelId="{9B4FFDDD-CAD7-004E-B9AA-6BA7526020B9}" type="presOf" srcId="{2DC2CF56-612B-9041-A747-94D90D94652F}" destId="{612D52B8-05F1-2043-9EA1-CC12681D5010}" srcOrd="0" destOrd="0" presId="urn:microsoft.com/office/officeart/2005/8/layout/hierarchy2"/>
    <dgm:cxn modelId="{E9C411DE-92FF-144C-B13C-90394D6AC05F}" type="presOf" srcId="{464F4375-2A1B-5B43-BA99-8811ED2A7C2F}" destId="{78628FC3-7492-9F42-9B27-71CDE98114F0}" srcOrd="1" destOrd="0" presId="urn:microsoft.com/office/officeart/2005/8/layout/hierarchy2"/>
    <dgm:cxn modelId="{EFE58CE6-983A-074F-9E6D-7414620C6061}" type="presOf" srcId="{A053D9A8-1B1C-0D45-A3FE-6BE45B0637DC}" destId="{B0F47049-9A2A-E145-AAB8-864E8AA8D5DA}" srcOrd="0" destOrd="0" presId="urn:microsoft.com/office/officeart/2005/8/layout/hierarchy2"/>
    <dgm:cxn modelId="{1862B8E7-3538-F44F-A2DC-7B007EE4BA12}" type="presOf" srcId="{ADA58918-6C14-954A-A082-0CEA2D61206F}" destId="{DE37681E-BED7-684E-AC4B-8B3792C35BF1}" srcOrd="0" destOrd="0" presId="urn:microsoft.com/office/officeart/2005/8/layout/hierarchy2"/>
    <dgm:cxn modelId="{75D24AE8-F159-2F4C-8F3F-027B246926EC}" type="presOf" srcId="{464F4375-2A1B-5B43-BA99-8811ED2A7C2F}" destId="{49C088E2-786D-094D-BA22-F9C00DAE26DC}" srcOrd="0" destOrd="0" presId="urn:microsoft.com/office/officeart/2005/8/layout/hierarchy2"/>
    <dgm:cxn modelId="{6E26ABE9-5857-2C4E-8496-27262F1D4E80}" type="presOf" srcId="{BD65E8B2-5C4A-3A43-807E-802838529358}" destId="{3E133CE1-6788-B242-8239-D51D0D3C98B2}" srcOrd="1" destOrd="0" presId="urn:microsoft.com/office/officeart/2005/8/layout/hierarchy2"/>
    <dgm:cxn modelId="{6F717FEC-6264-1B49-8AA9-A99B87C46A45}" srcId="{F4E2081F-63DB-054C-8E05-01457DA4834C}" destId="{D238D083-AC2D-8D40-8622-893E12E5FCF2}" srcOrd="0" destOrd="0" parTransId="{9FFB8D0C-5D8D-A54F-AA23-43BA58E13957}" sibTransId="{7AC23018-90F1-4F45-AC70-8590F7A81C18}"/>
    <dgm:cxn modelId="{100A00F4-E559-6F4C-A74A-544FF1A97452}" srcId="{6A61B639-E072-F14B-8E79-B63F3E282315}" destId="{3527A5BF-EFFD-5547-B658-887366A70139}" srcOrd="0" destOrd="0" parTransId="{2ADA2F4C-D522-644E-95B9-49035F41CF1F}" sibTransId="{F9BC2895-2AFA-7543-8A8B-07D95631B836}"/>
    <dgm:cxn modelId="{DD04B1F9-1433-994E-AC4E-97405109C24B}" type="presOf" srcId="{02F22403-1040-E147-B929-91FBFB629467}" destId="{4C80AD50-C00F-0D4D-AEF9-4D24E0E59F44}" srcOrd="1" destOrd="0" presId="urn:microsoft.com/office/officeart/2005/8/layout/hierarchy2"/>
    <dgm:cxn modelId="{492184FB-E205-6D4C-A156-5792A122CF8F}" srcId="{D238D083-AC2D-8D40-8622-893E12E5FCF2}" destId="{F75392F1-0086-B34B-903D-5577B876A274}" srcOrd="1" destOrd="0" parTransId="{A053D9A8-1B1C-0D45-A3FE-6BE45B0637DC}" sibTransId="{396A43B8-A369-2940-905E-01923CFD224D}"/>
    <dgm:cxn modelId="{625292FC-B6AF-084B-A32D-1271B73D278E}" srcId="{90EDD8AE-3EE5-8945-80E1-1DA0A9AA3E25}" destId="{4640C1E4-8F80-5742-B2B0-D5C486FEAF14}" srcOrd="0" destOrd="0" parTransId="{F5ABB958-ADD6-844E-8AAC-7F84FF61CE78}" sibTransId="{DEDBBA97-1192-3248-9D47-8B4C42FBE33E}"/>
    <dgm:cxn modelId="{09E27A3D-0DB6-4D4B-8F81-D662EEF7FE91}" type="presParOf" srcId="{0A2B7D45-B81C-EB4E-9E56-C9D599C1EA4C}" destId="{D446597E-B77D-294B-AD4A-3802890103A9}" srcOrd="0" destOrd="0" presId="urn:microsoft.com/office/officeart/2005/8/layout/hierarchy2"/>
    <dgm:cxn modelId="{F03BCEDE-1465-AB40-81DB-F01A71624569}" type="presParOf" srcId="{D446597E-B77D-294B-AD4A-3802890103A9}" destId="{2E5FC662-F01F-564C-898F-394F93CB760D}" srcOrd="0" destOrd="0" presId="urn:microsoft.com/office/officeart/2005/8/layout/hierarchy2"/>
    <dgm:cxn modelId="{D4AC2A02-2775-9146-920D-F4856DBE2498}" type="presParOf" srcId="{D446597E-B77D-294B-AD4A-3802890103A9}" destId="{A5FD2A97-E3D1-5646-99B1-46503C3ADCE3}" srcOrd="1" destOrd="0" presId="urn:microsoft.com/office/officeart/2005/8/layout/hierarchy2"/>
    <dgm:cxn modelId="{6B19993A-BA8C-4547-97BB-ED9351CAD95B}" type="presParOf" srcId="{A5FD2A97-E3D1-5646-99B1-46503C3ADCE3}" destId="{4A8F173B-B647-7A41-86BE-25DBD6786A22}" srcOrd="0" destOrd="0" presId="urn:microsoft.com/office/officeart/2005/8/layout/hierarchy2"/>
    <dgm:cxn modelId="{EEAAB010-F055-FB40-A051-87FC2BDEFB14}" type="presParOf" srcId="{4A8F173B-B647-7A41-86BE-25DBD6786A22}" destId="{0D7CBDA5-C626-AB44-A9E0-E59EA3DAB988}" srcOrd="0" destOrd="0" presId="urn:microsoft.com/office/officeart/2005/8/layout/hierarchy2"/>
    <dgm:cxn modelId="{317F3DE3-FCE9-F94C-A706-F8BA40BA3F49}" type="presParOf" srcId="{A5FD2A97-E3D1-5646-99B1-46503C3ADCE3}" destId="{5B50D4CE-8831-DF43-8A22-11FB9A2CD855}" srcOrd="1" destOrd="0" presId="urn:microsoft.com/office/officeart/2005/8/layout/hierarchy2"/>
    <dgm:cxn modelId="{E1E43B6A-DF69-F846-8EA6-C0962354A696}" type="presParOf" srcId="{5B50D4CE-8831-DF43-8A22-11FB9A2CD855}" destId="{896D4C72-30F4-FF48-853D-1049BFE01D2C}" srcOrd="0" destOrd="0" presId="urn:microsoft.com/office/officeart/2005/8/layout/hierarchy2"/>
    <dgm:cxn modelId="{7AD5DFEF-A757-3947-AD6F-4A6842968F1C}" type="presParOf" srcId="{5B50D4CE-8831-DF43-8A22-11FB9A2CD855}" destId="{9B5822D3-691A-2A45-BE9D-4E33DBA4470E}" srcOrd="1" destOrd="0" presId="urn:microsoft.com/office/officeart/2005/8/layout/hierarchy2"/>
    <dgm:cxn modelId="{99842305-C7B7-4C4D-9D8D-1635F4842A8D}" type="presParOf" srcId="{9B5822D3-691A-2A45-BE9D-4E33DBA4470E}" destId="{DE37681E-BED7-684E-AC4B-8B3792C35BF1}" srcOrd="0" destOrd="0" presId="urn:microsoft.com/office/officeart/2005/8/layout/hierarchy2"/>
    <dgm:cxn modelId="{B09AE1A4-6DFE-C24B-8B09-613954433D3D}" type="presParOf" srcId="{DE37681E-BED7-684E-AC4B-8B3792C35BF1}" destId="{97049DFB-0807-D744-9371-357846179C70}" srcOrd="0" destOrd="0" presId="urn:microsoft.com/office/officeart/2005/8/layout/hierarchy2"/>
    <dgm:cxn modelId="{BEF9563B-A2D7-134A-A895-B54E24A534ED}" type="presParOf" srcId="{9B5822D3-691A-2A45-BE9D-4E33DBA4470E}" destId="{4529E655-EF0E-6D47-8FAA-4E87558B9394}" srcOrd="1" destOrd="0" presId="urn:microsoft.com/office/officeart/2005/8/layout/hierarchy2"/>
    <dgm:cxn modelId="{E7A417D5-B64F-C648-AC06-C9117B462F53}" type="presParOf" srcId="{4529E655-EF0E-6D47-8FAA-4E87558B9394}" destId="{B1C9D90C-1896-AB48-8AE1-1708F95E90D7}" srcOrd="0" destOrd="0" presId="urn:microsoft.com/office/officeart/2005/8/layout/hierarchy2"/>
    <dgm:cxn modelId="{59114297-7112-1646-A623-8E827C045CF5}" type="presParOf" srcId="{4529E655-EF0E-6D47-8FAA-4E87558B9394}" destId="{E82127B4-FA18-DB47-90EA-BE73AF10D416}" srcOrd="1" destOrd="0" presId="urn:microsoft.com/office/officeart/2005/8/layout/hierarchy2"/>
    <dgm:cxn modelId="{B5889DC8-0DB7-8846-BBE5-DC4553B5CC2F}" type="presParOf" srcId="{9B5822D3-691A-2A45-BE9D-4E33DBA4470E}" destId="{B0F47049-9A2A-E145-AAB8-864E8AA8D5DA}" srcOrd="2" destOrd="0" presId="urn:microsoft.com/office/officeart/2005/8/layout/hierarchy2"/>
    <dgm:cxn modelId="{3C31681D-1DA7-DE45-B3B3-7B4CC791D291}" type="presParOf" srcId="{B0F47049-9A2A-E145-AAB8-864E8AA8D5DA}" destId="{E4F23EF9-12CA-D945-926B-177F3D39605F}" srcOrd="0" destOrd="0" presId="urn:microsoft.com/office/officeart/2005/8/layout/hierarchy2"/>
    <dgm:cxn modelId="{96623F40-DCEC-2542-A296-4A8DAB18F245}" type="presParOf" srcId="{9B5822D3-691A-2A45-BE9D-4E33DBA4470E}" destId="{48698FCD-74C6-1C42-B232-0905A9E56745}" srcOrd="3" destOrd="0" presId="urn:microsoft.com/office/officeart/2005/8/layout/hierarchy2"/>
    <dgm:cxn modelId="{E2BFF3D7-45BA-B847-8493-F39F0A4499C6}" type="presParOf" srcId="{48698FCD-74C6-1C42-B232-0905A9E56745}" destId="{660C7D95-FDDA-B043-A878-982736C48441}" srcOrd="0" destOrd="0" presId="urn:microsoft.com/office/officeart/2005/8/layout/hierarchy2"/>
    <dgm:cxn modelId="{F5406376-CC8A-6840-B9B3-392FD7585411}" type="presParOf" srcId="{48698FCD-74C6-1C42-B232-0905A9E56745}" destId="{A8F0CA44-6FC0-4042-A602-62504BA7EE2B}" srcOrd="1" destOrd="0" presId="urn:microsoft.com/office/officeart/2005/8/layout/hierarchy2"/>
    <dgm:cxn modelId="{1772E413-C846-C14B-A35A-E3422C068D9E}" type="presParOf" srcId="{A5FD2A97-E3D1-5646-99B1-46503C3ADCE3}" destId="{075242B2-B3A3-8B40-8050-9908343CAEF6}" srcOrd="2" destOrd="0" presId="urn:microsoft.com/office/officeart/2005/8/layout/hierarchy2"/>
    <dgm:cxn modelId="{093FA67E-3002-374B-843A-9BCC9C0EF8A6}" type="presParOf" srcId="{075242B2-B3A3-8B40-8050-9908343CAEF6}" destId="{3F7963CF-D28D-F247-B38F-05140F8A49E8}" srcOrd="0" destOrd="0" presId="urn:microsoft.com/office/officeart/2005/8/layout/hierarchy2"/>
    <dgm:cxn modelId="{FE0A5290-7468-8D4B-BF16-522C9E2E2003}" type="presParOf" srcId="{A5FD2A97-E3D1-5646-99B1-46503C3ADCE3}" destId="{012BF84D-2D7E-1E45-91D8-3FF026860D07}" srcOrd="3" destOrd="0" presId="urn:microsoft.com/office/officeart/2005/8/layout/hierarchy2"/>
    <dgm:cxn modelId="{9C592669-BD86-DA40-88AF-50078829C67B}" type="presParOf" srcId="{012BF84D-2D7E-1E45-91D8-3FF026860D07}" destId="{4915C9F8-0459-0C47-A384-D827DE26DDB9}" srcOrd="0" destOrd="0" presId="urn:microsoft.com/office/officeart/2005/8/layout/hierarchy2"/>
    <dgm:cxn modelId="{602389C4-969A-0F43-B193-98FEF8538956}" type="presParOf" srcId="{012BF84D-2D7E-1E45-91D8-3FF026860D07}" destId="{63A84559-FA0F-1D4C-A0D4-38051DB9E924}" srcOrd="1" destOrd="0" presId="urn:microsoft.com/office/officeart/2005/8/layout/hierarchy2"/>
    <dgm:cxn modelId="{47157C33-B75C-4142-8CDD-F2A69F9A01A1}" type="presParOf" srcId="{63A84559-FA0F-1D4C-A0D4-38051DB9E924}" destId="{FB5A3570-B08A-7F4D-9F40-D6F646F5D27D}" srcOrd="0" destOrd="0" presId="urn:microsoft.com/office/officeart/2005/8/layout/hierarchy2"/>
    <dgm:cxn modelId="{A80529E4-9D3B-5246-B1CB-6FCA589A34FF}" type="presParOf" srcId="{FB5A3570-B08A-7F4D-9F40-D6F646F5D27D}" destId="{DACD119E-E0D6-834D-8412-F957A4CCEE37}" srcOrd="0" destOrd="0" presId="urn:microsoft.com/office/officeart/2005/8/layout/hierarchy2"/>
    <dgm:cxn modelId="{100BE8E8-55A5-D24A-BF6C-8B6600BF16E1}" type="presParOf" srcId="{63A84559-FA0F-1D4C-A0D4-38051DB9E924}" destId="{18EFD333-3BBA-874F-975A-5E7F4880430A}" srcOrd="1" destOrd="0" presId="urn:microsoft.com/office/officeart/2005/8/layout/hierarchy2"/>
    <dgm:cxn modelId="{9E8BC39E-C180-1944-9FF8-01602D053F3F}" type="presParOf" srcId="{18EFD333-3BBA-874F-975A-5E7F4880430A}" destId="{329B4990-3DCB-0B41-AE65-1385FBF540C0}" srcOrd="0" destOrd="0" presId="urn:microsoft.com/office/officeart/2005/8/layout/hierarchy2"/>
    <dgm:cxn modelId="{1711DE10-6A70-EB4B-86B1-927A95DF99F3}" type="presParOf" srcId="{18EFD333-3BBA-874F-975A-5E7F4880430A}" destId="{24552897-AEE0-EF48-AA4A-9400AD0D51B9}" srcOrd="1" destOrd="0" presId="urn:microsoft.com/office/officeart/2005/8/layout/hierarchy2"/>
    <dgm:cxn modelId="{40F66B47-E21E-864B-9A04-26F94575A7EC}" type="presParOf" srcId="{63A84559-FA0F-1D4C-A0D4-38051DB9E924}" destId="{25EE9E64-36F1-AC49-9054-9C6C54E3993A}" srcOrd="2" destOrd="0" presId="urn:microsoft.com/office/officeart/2005/8/layout/hierarchy2"/>
    <dgm:cxn modelId="{81F30909-070B-3043-A0BC-FEF854C90ADB}" type="presParOf" srcId="{25EE9E64-36F1-AC49-9054-9C6C54E3993A}" destId="{4C80AD50-C00F-0D4D-AEF9-4D24E0E59F44}" srcOrd="0" destOrd="0" presId="urn:microsoft.com/office/officeart/2005/8/layout/hierarchy2"/>
    <dgm:cxn modelId="{B154F6F2-B95E-4E40-932A-F96F28B895CE}" type="presParOf" srcId="{63A84559-FA0F-1D4C-A0D4-38051DB9E924}" destId="{97CF9F0F-4BDC-904B-8698-5A654B8F002F}" srcOrd="3" destOrd="0" presId="urn:microsoft.com/office/officeart/2005/8/layout/hierarchy2"/>
    <dgm:cxn modelId="{72853CAB-EB69-004D-B84E-4577CDCDF205}" type="presParOf" srcId="{97CF9F0F-4BDC-904B-8698-5A654B8F002F}" destId="{8FA60B2A-AFF2-F144-931B-543F6C001782}" srcOrd="0" destOrd="0" presId="urn:microsoft.com/office/officeart/2005/8/layout/hierarchy2"/>
    <dgm:cxn modelId="{70EFEAEE-91BA-8E4A-A8A7-9F1D24CDEBC6}" type="presParOf" srcId="{97CF9F0F-4BDC-904B-8698-5A654B8F002F}" destId="{6FFB2872-B6D9-DD45-BADE-77F8192757BA}" srcOrd="1" destOrd="0" presId="urn:microsoft.com/office/officeart/2005/8/layout/hierarchy2"/>
    <dgm:cxn modelId="{F112DEDB-B329-2A49-BC33-43C9736BDE84}" type="presParOf" srcId="{0A2B7D45-B81C-EB4E-9E56-C9D599C1EA4C}" destId="{296EABEF-2B83-064B-BA99-7D4BFF34BB53}" srcOrd="1" destOrd="0" presId="urn:microsoft.com/office/officeart/2005/8/layout/hierarchy2"/>
    <dgm:cxn modelId="{A968891D-5989-7C44-B7EB-797CDE95AC9B}" type="presParOf" srcId="{296EABEF-2B83-064B-BA99-7D4BFF34BB53}" destId="{B42D8C23-0A95-6F41-A643-05DCA24DA714}" srcOrd="0" destOrd="0" presId="urn:microsoft.com/office/officeart/2005/8/layout/hierarchy2"/>
    <dgm:cxn modelId="{793AACC3-395F-E547-BBD7-50F2C542B0A7}" type="presParOf" srcId="{296EABEF-2B83-064B-BA99-7D4BFF34BB53}" destId="{D4E52834-C9CC-824B-9910-FEC106063219}" srcOrd="1" destOrd="0" presId="urn:microsoft.com/office/officeart/2005/8/layout/hierarchy2"/>
    <dgm:cxn modelId="{05C779DF-B099-8D4F-A377-1B4415D5A19A}" type="presParOf" srcId="{D4E52834-C9CC-824B-9910-FEC106063219}" destId="{1D53ED84-5BCF-A345-82EA-FC755FFC04E4}" srcOrd="0" destOrd="0" presId="urn:microsoft.com/office/officeart/2005/8/layout/hierarchy2"/>
    <dgm:cxn modelId="{944AF2B3-BDB8-6148-A009-5B12FE5B9AF4}" type="presParOf" srcId="{1D53ED84-5BCF-A345-82EA-FC755FFC04E4}" destId="{CFA014F1-A21D-5F4E-9684-701C118B5AD3}" srcOrd="0" destOrd="0" presId="urn:microsoft.com/office/officeart/2005/8/layout/hierarchy2"/>
    <dgm:cxn modelId="{A350EAE3-234E-BC41-9149-E9281ADD1E87}" type="presParOf" srcId="{D4E52834-C9CC-824B-9910-FEC106063219}" destId="{AC6190D1-DF4C-5147-8BF9-683A56AE9E89}" srcOrd="1" destOrd="0" presId="urn:microsoft.com/office/officeart/2005/8/layout/hierarchy2"/>
    <dgm:cxn modelId="{366DB605-05CE-A241-8311-6E65C0FF3248}" type="presParOf" srcId="{AC6190D1-DF4C-5147-8BF9-683A56AE9E89}" destId="{08FB15AD-8641-2048-90BC-187BB0959AC8}" srcOrd="0" destOrd="0" presId="urn:microsoft.com/office/officeart/2005/8/layout/hierarchy2"/>
    <dgm:cxn modelId="{D5DD529A-7DDC-394F-AAAB-576D73405E1E}" type="presParOf" srcId="{AC6190D1-DF4C-5147-8BF9-683A56AE9E89}" destId="{1FE24A96-1C24-EF48-8F7E-E964F17BA9A6}" srcOrd="1" destOrd="0" presId="urn:microsoft.com/office/officeart/2005/8/layout/hierarchy2"/>
    <dgm:cxn modelId="{1DDD7FB9-A1AF-394C-A294-9CC4C03B9660}" type="presParOf" srcId="{1FE24A96-1C24-EF48-8F7E-E964F17BA9A6}" destId="{C43E5C8D-3C1B-4D4C-B3BC-CCB015EF3C93}" srcOrd="0" destOrd="0" presId="urn:microsoft.com/office/officeart/2005/8/layout/hierarchy2"/>
    <dgm:cxn modelId="{91A16BDF-D933-BA4F-B304-DCC753E0C98A}" type="presParOf" srcId="{C43E5C8D-3C1B-4D4C-B3BC-CCB015EF3C93}" destId="{9DD967A3-BBC2-E448-AB4E-66CDEFD21360}" srcOrd="0" destOrd="0" presId="urn:microsoft.com/office/officeart/2005/8/layout/hierarchy2"/>
    <dgm:cxn modelId="{4143DD3F-A7AC-8D41-9E57-E2A5B9869216}" type="presParOf" srcId="{1FE24A96-1C24-EF48-8F7E-E964F17BA9A6}" destId="{028B7817-ECC8-754F-BA2E-4A7AA91C94E6}" srcOrd="1" destOrd="0" presId="urn:microsoft.com/office/officeart/2005/8/layout/hierarchy2"/>
    <dgm:cxn modelId="{CE4E0A76-F75B-A543-8A2F-605D48D0B7CF}" type="presParOf" srcId="{028B7817-ECC8-754F-BA2E-4A7AA91C94E6}" destId="{B3882E92-45C7-5E4F-875E-0D0594DC9FA3}" srcOrd="0" destOrd="0" presId="urn:microsoft.com/office/officeart/2005/8/layout/hierarchy2"/>
    <dgm:cxn modelId="{A7DB176E-CED7-6F4B-9071-EC7438E72B4E}" type="presParOf" srcId="{028B7817-ECC8-754F-BA2E-4A7AA91C94E6}" destId="{A2192A59-FF89-8642-8394-9CDC30227BFD}" srcOrd="1" destOrd="0" presId="urn:microsoft.com/office/officeart/2005/8/layout/hierarchy2"/>
    <dgm:cxn modelId="{336A74E9-63F2-7C4A-BAD7-259C918827AD}" type="presParOf" srcId="{1FE24A96-1C24-EF48-8F7E-E964F17BA9A6}" destId="{49B99774-E821-324B-ADA8-718775DC50C0}" srcOrd="2" destOrd="0" presId="urn:microsoft.com/office/officeart/2005/8/layout/hierarchy2"/>
    <dgm:cxn modelId="{FC7F2D0D-344D-644A-8822-5B1781D447E3}" type="presParOf" srcId="{49B99774-E821-324B-ADA8-718775DC50C0}" destId="{3E133CE1-6788-B242-8239-D51D0D3C98B2}" srcOrd="0" destOrd="0" presId="urn:microsoft.com/office/officeart/2005/8/layout/hierarchy2"/>
    <dgm:cxn modelId="{62B25007-574A-1D42-945D-4071509EA2AC}" type="presParOf" srcId="{1FE24A96-1C24-EF48-8F7E-E964F17BA9A6}" destId="{34C4B65F-CFDC-4B46-B91F-B153F7290042}" srcOrd="3" destOrd="0" presId="urn:microsoft.com/office/officeart/2005/8/layout/hierarchy2"/>
    <dgm:cxn modelId="{227D4D4A-42E3-4E4E-AB36-4ECC212DC585}" type="presParOf" srcId="{34C4B65F-CFDC-4B46-B91F-B153F7290042}" destId="{CC4BD005-3731-C24A-B67B-0732358B31D6}" srcOrd="0" destOrd="0" presId="urn:microsoft.com/office/officeart/2005/8/layout/hierarchy2"/>
    <dgm:cxn modelId="{B79A417F-5F83-DB42-A76A-A8622312A304}" type="presParOf" srcId="{34C4B65F-CFDC-4B46-B91F-B153F7290042}" destId="{98E728FE-9909-B545-AE33-B14CF78B62E7}" srcOrd="1" destOrd="0" presId="urn:microsoft.com/office/officeart/2005/8/layout/hierarchy2"/>
    <dgm:cxn modelId="{70DB9AC2-12F4-8D46-B51B-06C22F416518}" type="presParOf" srcId="{D4E52834-C9CC-824B-9910-FEC106063219}" destId="{01807F8B-185B-DA4B-8E22-FEF75220C754}" srcOrd="2" destOrd="0" presId="urn:microsoft.com/office/officeart/2005/8/layout/hierarchy2"/>
    <dgm:cxn modelId="{071A053A-9856-8642-AB78-00CFAA03DDB4}" type="presParOf" srcId="{01807F8B-185B-DA4B-8E22-FEF75220C754}" destId="{27B06943-7103-CD46-B78D-1CE2ECFDC367}" srcOrd="0" destOrd="0" presId="urn:microsoft.com/office/officeart/2005/8/layout/hierarchy2"/>
    <dgm:cxn modelId="{946CE735-E80F-7945-8630-59A63ED035C3}" type="presParOf" srcId="{D4E52834-C9CC-824B-9910-FEC106063219}" destId="{35C340C9-5E38-154E-B9E8-6A2C5951982F}" srcOrd="3" destOrd="0" presId="urn:microsoft.com/office/officeart/2005/8/layout/hierarchy2"/>
    <dgm:cxn modelId="{AD168EBD-56FE-404B-AA8B-45CCD97EC0B2}" type="presParOf" srcId="{35C340C9-5E38-154E-B9E8-6A2C5951982F}" destId="{612D52B8-05F1-2043-9EA1-CC12681D5010}" srcOrd="0" destOrd="0" presId="urn:microsoft.com/office/officeart/2005/8/layout/hierarchy2"/>
    <dgm:cxn modelId="{17831177-D09D-CC42-BB92-2DC7226B0709}" type="presParOf" srcId="{35C340C9-5E38-154E-B9E8-6A2C5951982F}" destId="{FC570CD3-3864-6140-944D-33B623293346}" srcOrd="1" destOrd="0" presId="urn:microsoft.com/office/officeart/2005/8/layout/hierarchy2"/>
    <dgm:cxn modelId="{BE294FC5-0D20-354F-BA3E-8A58F997391A}" type="presParOf" srcId="{FC570CD3-3864-6140-944D-33B623293346}" destId="{49C088E2-786D-094D-BA22-F9C00DAE26DC}" srcOrd="0" destOrd="0" presId="urn:microsoft.com/office/officeart/2005/8/layout/hierarchy2"/>
    <dgm:cxn modelId="{C4C1BDDD-0518-374D-B432-BBA74BAF5968}" type="presParOf" srcId="{49C088E2-786D-094D-BA22-F9C00DAE26DC}" destId="{78628FC3-7492-9F42-9B27-71CDE98114F0}" srcOrd="0" destOrd="0" presId="urn:microsoft.com/office/officeart/2005/8/layout/hierarchy2"/>
    <dgm:cxn modelId="{738AFDDD-990F-104A-AEEB-FAACA488EC10}" type="presParOf" srcId="{FC570CD3-3864-6140-944D-33B623293346}" destId="{6A0131DC-6EB5-C445-A69C-6E4CE6A8369D}" srcOrd="1" destOrd="0" presId="urn:microsoft.com/office/officeart/2005/8/layout/hierarchy2"/>
    <dgm:cxn modelId="{6BD2695A-407D-CC42-BDA8-A093E61D8C18}" type="presParOf" srcId="{6A0131DC-6EB5-C445-A69C-6E4CE6A8369D}" destId="{3A1D92EF-0638-7549-95B4-062805C956D2}" srcOrd="0" destOrd="0" presId="urn:microsoft.com/office/officeart/2005/8/layout/hierarchy2"/>
    <dgm:cxn modelId="{1ADC25C6-A734-5F4E-BFD0-2A574FD5C0E7}" type="presParOf" srcId="{6A0131DC-6EB5-C445-A69C-6E4CE6A8369D}" destId="{45AF0770-7C7E-1645-A0B1-CEF80DFEA651}" srcOrd="1" destOrd="0" presId="urn:microsoft.com/office/officeart/2005/8/layout/hierarchy2"/>
    <dgm:cxn modelId="{A8FB4B9F-756B-E94A-AA71-7ADAEE361936}" type="presParOf" srcId="{FC570CD3-3864-6140-944D-33B623293346}" destId="{05FAEBF8-D47F-9943-A421-8FBE6B400448}" srcOrd="2" destOrd="0" presId="urn:microsoft.com/office/officeart/2005/8/layout/hierarchy2"/>
    <dgm:cxn modelId="{09A00D59-9A04-9C4E-AD83-68FB974AC5A9}" type="presParOf" srcId="{05FAEBF8-D47F-9943-A421-8FBE6B400448}" destId="{AF3B8ADA-0536-7944-98D7-7A30B8BD2D08}" srcOrd="0" destOrd="0" presId="urn:microsoft.com/office/officeart/2005/8/layout/hierarchy2"/>
    <dgm:cxn modelId="{02D72593-AF31-C445-B613-91199BC032F0}" type="presParOf" srcId="{FC570CD3-3864-6140-944D-33B623293346}" destId="{1BA615A3-BEC0-D240-88D2-27CACB19706D}" srcOrd="3" destOrd="0" presId="urn:microsoft.com/office/officeart/2005/8/layout/hierarchy2"/>
    <dgm:cxn modelId="{ACC30769-2C17-554E-BC5A-A8B6E576C05D}" type="presParOf" srcId="{1BA615A3-BEC0-D240-88D2-27CACB19706D}" destId="{018AD1AC-D1FC-A640-9CD9-33D5E86EF636}" srcOrd="0" destOrd="0" presId="urn:microsoft.com/office/officeart/2005/8/layout/hierarchy2"/>
    <dgm:cxn modelId="{BA47CCD7-D9B0-2A42-88BC-2C42F2892F33}" type="presParOf" srcId="{1BA615A3-BEC0-D240-88D2-27CACB19706D}" destId="{649AA6F7-8759-EA4D-8331-16634BF3E64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C88FA02-E26C-654B-81CF-5BA45261280F}" type="doc">
      <dgm:prSet loTypeId="urn:microsoft.com/office/officeart/2005/8/layout/hierarchy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E2081F-63DB-054C-8E05-01457DA4834C}">
      <dgm:prSet phldrT="[Text]"/>
      <dgm:spPr/>
      <dgm:t>
        <a:bodyPr/>
        <a:lstStyle/>
        <a:p>
          <a:r>
            <a:rPr lang="en-US" dirty="0"/>
            <a:t>Anxiety </a:t>
          </a:r>
        </a:p>
        <a:p>
          <a:r>
            <a:rPr lang="en-US" dirty="0"/>
            <a:t>(43%)</a:t>
          </a:r>
        </a:p>
      </dgm:t>
    </dgm:pt>
    <dgm:pt modelId="{1E129362-902B-A346-B9C5-E47208DA3544}" type="parTrans" cxnId="{D7B33A47-549F-9F48-8AE8-89B93E0EF01B}">
      <dgm:prSet/>
      <dgm:spPr/>
      <dgm:t>
        <a:bodyPr/>
        <a:lstStyle/>
        <a:p>
          <a:endParaRPr lang="en-US"/>
        </a:p>
      </dgm:t>
    </dgm:pt>
    <dgm:pt modelId="{C161670C-90E3-3846-A73D-E4411206A398}" type="sibTrans" cxnId="{D7B33A47-549F-9F48-8AE8-89B93E0EF01B}">
      <dgm:prSet/>
      <dgm:spPr/>
      <dgm:t>
        <a:bodyPr/>
        <a:lstStyle/>
        <a:p>
          <a:endParaRPr lang="en-US"/>
        </a:p>
      </dgm:t>
    </dgm:pt>
    <dgm:pt modelId="{D7FF0505-92D5-5845-8C42-26EE5371492A}">
      <dgm:prSet phldrT="[Text]"/>
      <dgm:spPr/>
      <dgm:t>
        <a:bodyPr/>
        <a:lstStyle/>
        <a:p>
          <a:r>
            <a:rPr lang="en-US" dirty="0"/>
            <a:t>No Anxiety</a:t>
          </a:r>
        </a:p>
        <a:p>
          <a:r>
            <a:rPr lang="en-US" dirty="0"/>
            <a:t>(57%)</a:t>
          </a:r>
        </a:p>
      </dgm:t>
    </dgm:pt>
    <dgm:pt modelId="{A91287EE-91C7-8F4B-A313-FCAF4852FB17}" type="parTrans" cxnId="{5BFDDA66-7170-6B4F-ADAD-B27672E7DF21}">
      <dgm:prSet/>
      <dgm:spPr/>
      <dgm:t>
        <a:bodyPr/>
        <a:lstStyle/>
        <a:p>
          <a:endParaRPr lang="en-US"/>
        </a:p>
      </dgm:t>
    </dgm:pt>
    <dgm:pt modelId="{CAC6F734-7FC0-E54B-9BB0-07982EC0F150}" type="sibTrans" cxnId="{5BFDDA66-7170-6B4F-ADAD-B27672E7DF21}">
      <dgm:prSet/>
      <dgm:spPr/>
      <dgm:t>
        <a:bodyPr/>
        <a:lstStyle/>
        <a:p>
          <a:endParaRPr lang="en-US"/>
        </a:p>
      </dgm:t>
    </dgm:pt>
    <dgm:pt modelId="{D238D083-AC2D-8D40-8622-893E12E5FCF2}">
      <dgm:prSet phldrT="[Text]"/>
      <dgm:spPr/>
      <dgm:t>
        <a:bodyPr/>
        <a:lstStyle/>
        <a:p>
          <a:r>
            <a:rPr lang="en-US" dirty="0"/>
            <a:t>Anxiety</a:t>
          </a:r>
        </a:p>
        <a:p>
          <a:r>
            <a:rPr lang="en-US" dirty="0"/>
            <a:t>(24%)</a:t>
          </a:r>
        </a:p>
      </dgm:t>
    </dgm:pt>
    <dgm:pt modelId="{9FFB8D0C-5D8D-A54F-AA23-43BA58E13957}" type="parTrans" cxnId="{6F717FEC-6264-1B49-8AA9-A99B87C46A45}">
      <dgm:prSet/>
      <dgm:spPr/>
      <dgm:t>
        <a:bodyPr/>
        <a:lstStyle/>
        <a:p>
          <a:endParaRPr lang="en-US"/>
        </a:p>
      </dgm:t>
    </dgm:pt>
    <dgm:pt modelId="{7AC23018-90F1-4F45-AC70-8590F7A81C18}" type="sibTrans" cxnId="{6F717FEC-6264-1B49-8AA9-A99B87C46A45}">
      <dgm:prSet/>
      <dgm:spPr/>
      <dgm:t>
        <a:bodyPr/>
        <a:lstStyle/>
        <a:p>
          <a:endParaRPr lang="en-US"/>
        </a:p>
      </dgm:t>
    </dgm:pt>
    <dgm:pt modelId="{90EDD8AE-3EE5-8945-80E1-1DA0A9AA3E25}">
      <dgm:prSet phldrT="[Text]"/>
      <dgm:spPr/>
      <dgm:t>
        <a:bodyPr/>
        <a:lstStyle/>
        <a:p>
          <a:r>
            <a:rPr lang="en-US" dirty="0"/>
            <a:t>No Anxiety</a:t>
          </a:r>
        </a:p>
        <a:p>
          <a:r>
            <a:rPr lang="en-US" dirty="0"/>
            <a:t>(19%)</a:t>
          </a:r>
        </a:p>
      </dgm:t>
    </dgm:pt>
    <dgm:pt modelId="{B187BCB6-89ED-6747-B34D-AE746DED10B5}" type="parTrans" cxnId="{EE269600-78DF-D041-9077-E909E656B6EC}">
      <dgm:prSet/>
      <dgm:spPr/>
      <dgm:t>
        <a:bodyPr/>
        <a:lstStyle/>
        <a:p>
          <a:endParaRPr lang="en-US"/>
        </a:p>
      </dgm:t>
    </dgm:pt>
    <dgm:pt modelId="{4E7217F9-D617-8242-ACF9-66D1D7A8DB32}" type="sibTrans" cxnId="{EE269600-78DF-D041-9077-E909E656B6EC}">
      <dgm:prSet/>
      <dgm:spPr/>
      <dgm:t>
        <a:bodyPr/>
        <a:lstStyle/>
        <a:p>
          <a:endParaRPr lang="en-US"/>
        </a:p>
      </dgm:t>
    </dgm:pt>
    <dgm:pt modelId="{FE203C43-0397-5641-B440-908474CF6BA0}">
      <dgm:prSet phldrT="[Text]"/>
      <dgm:spPr/>
      <dgm:t>
        <a:bodyPr/>
        <a:lstStyle/>
        <a:p>
          <a:r>
            <a:rPr lang="en-US" dirty="0"/>
            <a:t>Anxiety</a:t>
          </a:r>
        </a:p>
        <a:p>
          <a:r>
            <a:rPr lang="en-US" dirty="0"/>
            <a:t>(17%)</a:t>
          </a:r>
        </a:p>
      </dgm:t>
    </dgm:pt>
    <dgm:pt modelId="{ADA58918-6C14-954A-A082-0CEA2D61206F}" type="parTrans" cxnId="{2DF5274C-268D-2F4E-845F-98370019B278}">
      <dgm:prSet/>
      <dgm:spPr/>
      <dgm:t>
        <a:bodyPr/>
        <a:lstStyle/>
        <a:p>
          <a:endParaRPr lang="en-US"/>
        </a:p>
      </dgm:t>
    </dgm:pt>
    <dgm:pt modelId="{8191346F-692A-6340-ACD0-653918877889}" type="sibTrans" cxnId="{2DF5274C-268D-2F4E-845F-98370019B278}">
      <dgm:prSet/>
      <dgm:spPr/>
      <dgm:t>
        <a:bodyPr/>
        <a:lstStyle/>
        <a:p>
          <a:endParaRPr lang="en-US"/>
        </a:p>
      </dgm:t>
    </dgm:pt>
    <dgm:pt modelId="{F75392F1-0086-B34B-903D-5577B876A274}">
      <dgm:prSet phldrT="[Text]"/>
      <dgm:spPr/>
      <dgm:t>
        <a:bodyPr/>
        <a:lstStyle/>
        <a:p>
          <a:r>
            <a:rPr lang="en-US" dirty="0"/>
            <a:t>No Anxiety</a:t>
          </a:r>
        </a:p>
        <a:p>
          <a:r>
            <a:rPr lang="en-US" dirty="0"/>
            <a:t>(7%)</a:t>
          </a:r>
        </a:p>
      </dgm:t>
    </dgm:pt>
    <dgm:pt modelId="{A053D9A8-1B1C-0D45-A3FE-6BE45B0637DC}" type="parTrans" cxnId="{492184FB-E205-6D4C-A156-5792A122CF8F}">
      <dgm:prSet/>
      <dgm:spPr/>
      <dgm:t>
        <a:bodyPr/>
        <a:lstStyle/>
        <a:p>
          <a:endParaRPr lang="en-US"/>
        </a:p>
      </dgm:t>
    </dgm:pt>
    <dgm:pt modelId="{396A43B8-A369-2940-905E-01923CFD224D}" type="sibTrans" cxnId="{492184FB-E205-6D4C-A156-5792A122CF8F}">
      <dgm:prSet/>
      <dgm:spPr/>
      <dgm:t>
        <a:bodyPr/>
        <a:lstStyle/>
        <a:p>
          <a:endParaRPr lang="en-US"/>
        </a:p>
      </dgm:t>
    </dgm:pt>
    <dgm:pt modelId="{4640C1E4-8F80-5742-B2B0-D5C486FEAF14}">
      <dgm:prSet phldrT="[Text]"/>
      <dgm:spPr/>
      <dgm:t>
        <a:bodyPr/>
        <a:lstStyle/>
        <a:p>
          <a:r>
            <a:rPr lang="en-US" dirty="0"/>
            <a:t>Anxiety</a:t>
          </a:r>
        </a:p>
        <a:p>
          <a:r>
            <a:rPr lang="en-US" dirty="0"/>
            <a:t>(5%)</a:t>
          </a:r>
        </a:p>
      </dgm:t>
    </dgm:pt>
    <dgm:pt modelId="{F5ABB958-ADD6-844E-8AAC-7F84FF61CE78}" type="parTrans" cxnId="{625292FC-B6AF-084B-A32D-1271B73D278E}">
      <dgm:prSet/>
      <dgm:spPr/>
      <dgm:t>
        <a:bodyPr/>
        <a:lstStyle/>
        <a:p>
          <a:endParaRPr lang="en-US"/>
        </a:p>
      </dgm:t>
    </dgm:pt>
    <dgm:pt modelId="{DEDBBA97-1192-3248-9D47-8B4C42FBE33E}" type="sibTrans" cxnId="{625292FC-B6AF-084B-A32D-1271B73D278E}">
      <dgm:prSet/>
      <dgm:spPr/>
      <dgm:t>
        <a:bodyPr/>
        <a:lstStyle/>
        <a:p>
          <a:endParaRPr lang="en-US"/>
        </a:p>
      </dgm:t>
    </dgm:pt>
    <dgm:pt modelId="{CE163051-2624-9847-83D1-231631005E55}">
      <dgm:prSet phldrT="[Text]"/>
      <dgm:spPr/>
      <dgm:t>
        <a:bodyPr/>
        <a:lstStyle/>
        <a:p>
          <a:r>
            <a:rPr lang="en-US" dirty="0"/>
            <a:t>No Anxiety</a:t>
          </a:r>
        </a:p>
        <a:p>
          <a:r>
            <a:rPr lang="en-US" dirty="0"/>
            <a:t>(13%)</a:t>
          </a:r>
        </a:p>
      </dgm:t>
    </dgm:pt>
    <dgm:pt modelId="{02F22403-1040-E147-B929-91FBFB629467}" type="parTrans" cxnId="{0A17C394-37D4-5246-A66A-FB824103E3AC}">
      <dgm:prSet/>
      <dgm:spPr/>
      <dgm:t>
        <a:bodyPr/>
        <a:lstStyle/>
        <a:p>
          <a:endParaRPr lang="en-US"/>
        </a:p>
      </dgm:t>
    </dgm:pt>
    <dgm:pt modelId="{1D64C5B2-365B-ED4C-8B77-0298DB2E85B7}" type="sibTrans" cxnId="{0A17C394-37D4-5246-A66A-FB824103E3AC}">
      <dgm:prSet/>
      <dgm:spPr/>
      <dgm:t>
        <a:bodyPr/>
        <a:lstStyle/>
        <a:p>
          <a:endParaRPr lang="en-US"/>
        </a:p>
      </dgm:t>
    </dgm:pt>
    <dgm:pt modelId="{6A61B639-E072-F14B-8E79-B63F3E282315}">
      <dgm:prSet phldrT="[Text]"/>
      <dgm:spPr/>
      <dgm:t>
        <a:bodyPr/>
        <a:lstStyle/>
        <a:p>
          <a:r>
            <a:rPr lang="en-US" dirty="0"/>
            <a:t>Anxiety</a:t>
          </a:r>
        </a:p>
        <a:p>
          <a:r>
            <a:rPr lang="en-US" dirty="0"/>
            <a:t>(11%)</a:t>
          </a:r>
        </a:p>
      </dgm:t>
    </dgm:pt>
    <dgm:pt modelId="{BC0B8549-9A68-5C43-BEF6-C078AC871F59}" type="parTrans" cxnId="{22498D5B-9314-BC46-9A84-DF9C5F5F382F}">
      <dgm:prSet/>
      <dgm:spPr/>
      <dgm:t>
        <a:bodyPr/>
        <a:lstStyle/>
        <a:p>
          <a:endParaRPr lang="en-US"/>
        </a:p>
      </dgm:t>
    </dgm:pt>
    <dgm:pt modelId="{A8769F09-FC28-B941-A0CC-86D390CB8B30}" type="sibTrans" cxnId="{22498D5B-9314-BC46-9A84-DF9C5F5F382F}">
      <dgm:prSet/>
      <dgm:spPr/>
      <dgm:t>
        <a:bodyPr/>
        <a:lstStyle/>
        <a:p>
          <a:endParaRPr lang="en-US"/>
        </a:p>
      </dgm:t>
    </dgm:pt>
    <dgm:pt modelId="{3527A5BF-EFFD-5547-B658-887366A70139}">
      <dgm:prSet phldrT="[Text]"/>
      <dgm:spPr/>
      <dgm:t>
        <a:bodyPr/>
        <a:lstStyle/>
        <a:p>
          <a:r>
            <a:rPr lang="en-US" dirty="0"/>
            <a:t>Anxiety</a:t>
          </a:r>
        </a:p>
        <a:p>
          <a:r>
            <a:rPr lang="en-US" dirty="0"/>
            <a:t>(6%)</a:t>
          </a:r>
        </a:p>
      </dgm:t>
    </dgm:pt>
    <dgm:pt modelId="{2ADA2F4C-D522-644E-95B9-49035F41CF1F}" type="parTrans" cxnId="{100A00F4-E559-6F4C-A74A-544FF1A97452}">
      <dgm:prSet/>
      <dgm:spPr/>
      <dgm:t>
        <a:bodyPr/>
        <a:lstStyle/>
        <a:p>
          <a:endParaRPr lang="en-US"/>
        </a:p>
      </dgm:t>
    </dgm:pt>
    <dgm:pt modelId="{F9BC2895-2AFA-7543-8A8B-07D95631B836}" type="sibTrans" cxnId="{100A00F4-E559-6F4C-A74A-544FF1A97452}">
      <dgm:prSet/>
      <dgm:spPr/>
      <dgm:t>
        <a:bodyPr/>
        <a:lstStyle/>
        <a:p>
          <a:endParaRPr lang="en-US"/>
        </a:p>
      </dgm:t>
    </dgm:pt>
    <dgm:pt modelId="{8DBC8D5C-862C-204B-AE06-8E1AEA50289B}">
      <dgm:prSet phldrT="[Text]"/>
      <dgm:spPr/>
      <dgm:t>
        <a:bodyPr/>
        <a:lstStyle/>
        <a:p>
          <a:r>
            <a:rPr lang="en-US" dirty="0"/>
            <a:t>No Anxiety</a:t>
          </a:r>
        </a:p>
        <a:p>
          <a:r>
            <a:rPr lang="en-US" dirty="0"/>
            <a:t>(5%)</a:t>
          </a:r>
        </a:p>
      </dgm:t>
    </dgm:pt>
    <dgm:pt modelId="{BD65E8B2-5C4A-3A43-807E-802838529358}" type="parTrans" cxnId="{85411645-EE48-3A43-A940-C7CDD9E8E9B0}">
      <dgm:prSet/>
      <dgm:spPr/>
      <dgm:t>
        <a:bodyPr/>
        <a:lstStyle/>
        <a:p>
          <a:endParaRPr lang="en-US"/>
        </a:p>
      </dgm:t>
    </dgm:pt>
    <dgm:pt modelId="{94FF8175-6B50-8A4C-AA2D-CE1E26EB78AB}" type="sibTrans" cxnId="{85411645-EE48-3A43-A940-C7CDD9E8E9B0}">
      <dgm:prSet/>
      <dgm:spPr/>
      <dgm:t>
        <a:bodyPr/>
        <a:lstStyle/>
        <a:p>
          <a:endParaRPr lang="en-US"/>
        </a:p>
      </dgm:t>
    </dgm:pt>
    <dgm:pt modelId="{2DC2CF56-612B-9041-A747-94D90D94652F}">
      <dgm:prSet phldrT="[Text]"/>
      <dgm:spPr/>
      <dgm:t>
        <a:bodyPr/>
        <a:lstStyle/>
        <a:p>
          <a:r>
            <a:rPr lang="en-US" dirty="0"/>
            <a:t>No Anxiety</a:t>
          </a:r>
        </a:p>
        <a:p>
          <a:r>
            <a:rPr lang="en-US" dirty="0"/>
            <a:t>(46%)</a:t>
          </a:r>
        </a:p>
      </dgm:t>
    </dgm:pt>
    <dgm:pt modelId="{9732CC87-50DE-5945-A5C9-2475D372904F}" type="parTrans" cxnId="{2346E849-119C-7D44-8073-DED00C77106E}">
      <dgm:prSet/>
      <dgm:spPr/>
      <dgm:t>
        <a:bodyPr/>
        <a:lstStyle/>
        <a:p>
          <a:endParaRPr lang="en-US"/>
        </a:p>
      </dgm:t>
    </dgm:pt>
    <dgm:pt modelId="{00D2F5DA-93BD-3445-A778-704C261D2D60}" type="sibTrans" cxnId="{2346E849-119C-7D44-8073-DED00C77106E}">
      <dgm:prSet/>
      <dgm:spPr/>
      <dgm:t>
        <a:bodyPr/>
        <a:lstStyle/>
        <a:p>
          <a:endParaRPr lang="en-US"/>
        </a:p>
      </dgm:t>
    </dgm:pt>
    <dgm:pt modelId="{A104B248-E717-024D-B6C1-2BCC5E1E691C}">
      <dgm:prSet phldrT="[Text]"/>
      <dgm:spPr/>
      <dgm:t>
        <a:bodyPr/>
        <a:lstStyle/>
        <a:p>
          <a:r>
            <a:rPr lang="en-US" dirty="0"/>
            <a:t>Anxiety</a:t>
          </a:r>
        </a:p>
        <a:p>
          <a:r>
            <a:rPr lang="en-US" dirty="0"/>
            <a:t>(7%)</a:t>
          </a:r>
        </a:p>
      </dgm:t>
    </dgm:pt>
    <dgm:pt modelId="{464F4375-2A1B-5B43-BA99-8811ED2A7C2F}" type="parTrans" cxnId="{9A439E41-84CD-2A4E-9C3A-BB52873F2C79}">
      <dgm:prSet/>
      <dgm:spPr/>
      <dgm:t>
        <a:bodyPr/>
        <a:lstStyle/>
        <a:p>
          <a:endParaRPr lang="en-US"/>
        </a:p>
      </dgm:t>
    </dgm:pt>
    <dgm:pt modelId="{8B3A0BDC-A36D-6F4F-A3B2-CB521E6B650F}" type="sibTrans" cxnId="{9A439E41-84CD-2A4E-9C3A-BB52873F2C79}">
      <dgm:prSet/>
      <dgm:spPr/>
      <dgm:t>
        <a:bodyPr/>
        <a:lstStyle/>
        <a:p>
          <a:endParaRPr lang="en-US"/>
        </a:p>
      </dgm:t>
    </dgm:pt>
    <dgm:pt modelId="{981FD3FF-4FDC-7348-A735-7839BFBC1AD0}">
      <dgm:prSet phldrT="[Text]"/>
      <dgm:spPr/>
      <dgm:t>
        <a:bodyPr/>
        <a:lstStyle/>
        <a:p>
          <a:r>
            <a:rPr lang="en-US" dirty="0"/>
            <a:t>No Anxiety</a:t>
          </a:r>
        </a:p>
        <a:p>
          <a:r>
            <a:rPr lang="en-US" dirty="0"/>
            <a:t>(39%)</a:t>
          </a:r>
        </a:p>
      </dgm:t>
    </dgm:pt>
    <dgm:pt modelId="{7FAF605B-3831-5A4D-9279-CCD2B1E6BCD3}" type="parTrans" cxnId="{DB2473AD-4031-864C-858C-DE2C13049547}">
      <dgm:prSet/>
      <dgm:spPr/>
      <dgm:t>
        <a:bodyPr/>
        <a:lstStyle/>
        <a:p>
          <a:endParaRPr lang="en-US"/>
        </a:p>
      </dgm:t>
    </dgm:pt>
    <dgm:pt modelId="{F5055F0B-AAFD-F24F-B3A0-CEE64F5D9DF5}" type="sibTrans" cxnId="{DB2473AD-4031-864C-858C-DE2C13049547}">
      <dgm:prSet/>
      <dgm:spPr/>
      <dgm:t>
        <a:bodyPr/>
        <a:lstStyle/>
        <a:p>
          <a:endParaRPr lang="en-US"/>
        </a:p>
      </dgm:t>
    </dgm:pt>
    <dgm:pt modelId="{0A2B7D45-B81C-EB4E-9E56-C9D599C1EA4C}" type="pres">
      <dgm:prSet presAssocID="{AC88FA02-E26C-654B-81CF-5BA45261280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446597E-B77D-294B-AD4A-3802890103A9}" type="pres">
      <dgm:prSet presAssocID="{F4E2081F-63DB-054C-8E05-01457DA4834C}" presName="root1" presStyleCnt="0"/>
      <dgm:spPr/>
    </dgm:pt>
    <dgm:pt modelId="{2E5FC662-F01F-564C-898F-394F93CB760D}" type="pres">
      <dgm:prSet presAssocID="{F4E2081F-63DB-054C-8E05-01457DA4834C}" presName="LevelOneTextNode" presStyleLbl="node0" presStyleIdx="0" presStyleCnt="2" custScaleY="120692" custLinFactX="-85772" custLinFactNeighborX="-100000" custLinFactNeighborY="-4733">
        <dgm:presLayoutVars>
          <dgm:chPref val="3"/>
        </dgm:presLayoutVars>
      </dgm:prSet>
      <dgm:spPr/>
    </dgm:pt>
    <dgm:pt modelId="{A5FD2A97-E3D1-5646-99B1-46503C3ADCE3}" type="pres">
      <dgm:prSet presAssocID="{F4E2081F-63DB-054C-8E05-01457DA4834C}" presName="level2hierChild" presStyleCnt="0"/>
      <dgm:spPr/>
    </dgm:pt>
    <dgm:pt modelId="{4A8F173B-B647-7A41-86BE-25DBD6786A22}" type="pres">
      <dgm:prSet presAssocID="{9FFB8D0C-5D8D-A54F-AA23-43BA58E13957}" presName="conn2-1" presStyleLbl="parChTrans1D2" presStyleIdx="0" presStyleCnt="4"/>
      <dgm:spPr/>
    </dgm:pt>
    <dgm:pt modelId="{0D7CBDA5-C626-AB44-A9E0-E59EA3DAB988}" type="pres">
      <dgm:prSet presAssocID="{9FFB8D0C-5D8D-A54F-AA23-43BA58E13957}" presName="connTx" presStyleLbl="parChTrans1D2" presStyleIdx="0" presStyleCnt="4"/>
      <dgm:spPr/>
    </dgm:pt>
    <dgm:pt modelId="{5B50D4CE-8831-DF43-8A22-11FB9A2CD855}" type="pres">
      <dgm:prSet presAssocID="{D238D083-AC2D-8D40-8622-893E12E5FCF2}" presName="root2" presStyleCnt="0"/>
      <dgm:spPr/>
    </dgm:pt>
    <dgm:pt modelId="{896D4C72-30F4-FF48-853D-1049BFE01D2C}" type="pres">
      <dgm:prSet presAssocID="{D238D083-AC2D-8D40-8622-893E12E5FCF2}" presName="LevelTwoTextNode" presStyleLbl="node2" presStyleIdx="0" presStyleCnt="4">
        <dgm:presLayoutVars>
          <dgm:chPref val="3"/>
        </dgm:presLayoutVars>
      </dgm:prSet>
      <dgm:spPr/>
    </dgm:pt>
    <dgm:pt modelId="{9B5822D3-691A-2A45-BE9D-4E33DBA4470E}" type="pres">
      <dgm:prSet presAssocID="{D238D083-AC2D-8D40-8622-893E12E5FCF2}" presName="level3hierChild" presStyleCnt="0"/>
      <dgm:spPr/>
    </dgm:pt>
    <dgm:pt modelId="{DE37681E-BED7-684E-AC4B-8B3792C35BF1}" type="pres">
      <dgm:prSet presAssocID="{ADA58918-6C14-954A-A082-0CEA2D61206F}" presName="conn2-1" presStyleLbl="parChTrans1D3" presStyleIdx="0" presStyleCnt="8"/>
      <dgm:spPr/>
    </dgm:pt>
    <dgm:pt modelId="{97049DFB-0807-D744-9371-357846179C70}" type="pres">
      <dgm:prSet presAssocID="{ADA58918-6C14-954A-A082-0CEA2D61206F}" presName="connTx" presStyleLbl="parChTrans1D3" presStyleIdx="0" presStyleCnt="8"/>
      <dgm:spPr/>
    </dgm:pt>
    <dgm:pt modelId="{4529E655-EF0E-6D47-8FAA-4E87558B9394}" type="pres">
      <dgm:prSet presAssocID="{FE203C43-0397-5641-B440-908474CF6BA0}" presName="root2" presStyleCnt="0"/>
      <dgm:spPr/>
    </dgm:pt>
    <dgm:pt modelId="{B1C9D90C-1896-AB48-8AE1-1708F95E90D7}" type="pres">
      <dgm:prSet presAssocID="{FE203C43-0397-5641-B440-908474CF6BA0}" presName="LevelTwoTextNode" presStyleLbl="node3" presStyleIdx="0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E82127B4-FA18-DB47-90EA-BE73AF10D416}" type="pres">
      <dgm:prSet presAssocID="{FE203C43-0397-5641-B440-908474CF6BA0}" presName="level3hierChild" presStyleCnt="0"/>
      <dgm:spPr/>
    </dgm:pt>
    <dgm:pt modelId="{B0F47049-9A2A-E145-AAB8-864E8AA8D5DA}" type="pres">
      <dgm:prSet presAssocID="{A053D9A8-1B1C-0D45-A3FE-6BE45B0637DC}" presName="conn2-1" presStyleLbl="parChTrans1D3" presStyleIdx="1" presStyleCnt="8"/>
      <dgm:spPr/>
    </dgm:pt>
    <dgm:pt modelId="{E4F23EF9-12CA-D945-926B-177F3D39605F}" type="pres">
      <dgm:prSet presAssocID="{A053D9A8-1B1C-0D45-A3FE-6BE45B0637DC}" presName="connTx" presStyleLbl="parChTrans1D3" presStyleIdx="1" presStyleCnt="8"/>
      <dgm:spPr/>
    </dgm:pt>
    <dgm:pt modelId="{48698FCD-74C6-1C42-B232-0905A9E56745}" type="pres">
      <dgm:prSet presAssocID="{F75392F1-0086-B34B-903D-5577B876A274}" presName="root2" presStyleCnt="0"/>
      <dgm:spPr/>
    </dgm:pt>
    <dgm:pt modelId="{660C7D95-FDDA-B043-A878-982736C48441}" type="pres">
      <dgm:prSet presAssocID="{F75392F1-0086-B34B-903D-5577B876A274}" presName="LevelTwoTextNode" presStyleLbl="node3" presStyleIdx="1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A8F0CA44-6FC0-4042-A602-62504BA7EE2B}" type="pres">
      <dgm:prSet presAssocID="{F75392F1-0086-B34B-903D-5577B876A274}" presName="level3hierChild" presStyleCnt="0"/>
      <dgm:spPr/>
    </dgm:pt>
    <dgm:pt modelId="{075242B2-B3A3-8B40-8050-9908343CAEF6}" type="pres">
      <dgm:prSet presAssocID="{B187BCB6-89ED-6747-B34D-AE746DED10B5}" presName="conn2-1" presStyleLbl="parChTrans1D2" presStyleIdx="1" presStyleCnt="4"/>
      <dgm:spPr/>
    </dgm:pt>
    <dgm:pt modelId="{3F7963CF-D28D-F247-B38F-05140F8A49E8}" type="pres">
      <dgm:prSet presAssocID="{B187BCB6-89ED-6747-B34D-AE746DED10B5}" presName="connTx" presStyleLbl="parChTrans1D2" presStyleIdx="1" presStyleCnt="4"/>
      <dgm:spPr/>
    </dgm:pt>
    <dgm:pt modelId="{012BF84D-2D7E-1E45-91D8-3FF026860D07}" type="pres">
      <dgm:prSet presAssocID="{90EDD8AE-3EE5-8945-80E1-1DA0A9AA3E25}" presName="root2" presStyleCnt="0"/>
      <dgm:spPr/>
    </dgm:pt>
    <dgm:pt modelId="{4915C9F8-0459-0C47-A384-D827DE26DDB9}" type="pres">
      <dgm:prSet presAssocID="{90EDD8AE-3EE5-8945-80E1-1DA0A9AA3E25}" presName="LevelTwoTextNode" presStyleLbl="node2" presStyleIdx="1" presStyleCnt="4">
        <dgm:presLayoutVars>
          <dgm:chPref val="3"/>
        </dgm:presLayoutVars>
      </dgm:prSet>
      <dgm:spPr/>
    </dgm:pt>
    <dgm:pt modelId="{63A84559-FA0F-1D4C-A0D4-38051DB9E924}" type="pres">
      <dgm:prSet presAssocID="{90EDD8AE-3EE5-8945-80E1-1DA0A9AA3E25}" presName="level3hierChild" presStyleCnt="0"/>
      <dgm:spPr/>
    </dgm:pt>
    <dgm:pt modelId="{FB5A3570-B08A-7F4D-9F40-D6F646F5D27D}" type="pres">
      <dgm:prSet presAssocID="{F5ABB958-ADD6-844E-8AAC-7F84FF61CE78}" presName="conn2-1" presStyleLbl="parChTrans1D3" presStyleIdx="2" presStyleCnt="8"/>
      <dgm:spPr/>
    </dgm:pt>
    <dgm:pt modelId="{DACD119E-E0D6-834D-8412-F957A4CCEE37}" type="pres">
      <dgm:prSet presAssocID="{F5ABB958-ADD6-844E-8AAC-7F84FF61CE78}" presName="connTx" presStyleLbl="parChTrans1D3" presStyleIdx="2" presStyleCnt="8"/>
      <dgm:spPr/>
    </dgm:pt>
    <dgm:pt modelId="{18EFD333-3BBA-874F-975A-5E7F4880430A}" type="pres">
      <dgm:prSet presAssocID="{4640C1E4-8F80-5742-B2B0-D5C486FEAF14}" presName="root2" presStyleCnt="0"/>
      <dgm:spPr/>
    </dgm:pt>
    <dgm:pt modelId="{329B4990-3DCB-0B41-AE65-1385FBF540C0}" type="pres">
      <dgm:prSet presAssocID="{4640C1E4-8F80-5742-B2B0-D5C486FEAF14}" presName="LevelTwoTextNode" presStyleLbl="node3" presStyleIdx="2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24552897-AEE0-EF48-AA4A-9400AD0D51B9}" type="pres">
      <dgm:prSet presAssocID="{4640C1E4-8F80-5742-B2B0-D5C486FEAF14}" presName="level3hierChild" presStyleCnt="0"/>
      <dgm:spPr/>
    </dgm:pt>
    <dgm:pt modelId="{25EE9E64-36F1-AC49-9054-9C6C54E3993A}" type="pres">
      <dgm:prSet presAssocID="{02F22403-1040-E147-B929-91FBFB629467}" presName="conn2-1" presStyleLbl="parChTrans1D3" presStyleIdx="3" presStyleCnt="8"/>
      <dgm:spPr/>
    </dgm:pt>
    <dgm:pt modelId="{4C80AD50-C00F-0D4D-AEF9-4D24E0E59F44}" type="pres">
      <dgm:prSet presAssocID="{02F22403-1040-E147-B929-91FBFB629467}" presName="connTx" presStyleLbl="parChTrans1D3" presStyleIdx="3" presStyleCnt="8"/>
      <dgm:spPr/>
    </dgm:pt>
    <dgm:pt modelId="{97CF9F0F-4BDC-904B-8698-5A654B8F002F}" type="pres">
      <dgm:prSet presAssocID="{CE163051-2624-9847-83D1-231631005E55}" presName="root2" presStyleCnt="0"/>
      <dgm:spPr/>
    </dgm:pt>
    <dgm:pt modelId="{8FA60B2A-AFF2-F144-931B-543F6C001782}" type="pres">
      <dgm:prSet presAssocID="{CE163051-2624-9847-83D1-231631005E55}" presName="LevelTwoTextNode" presStyleLbl="node3" presStyleIdx="3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6FFB2872-B6D9-DD45-BADE-77F8192757BA}" type="pres">
      <dgm:prSet presAssocID="{CE163051-2624-9847-83D1-231631005E55}" presName="level3hierChild" presStyleCnt="0"/>
      <dgm:spPr/>
    </dgm:pt>
    <dgm:pt modelId="{296EABEF-2B83-064B-BA99-7D4BFF34BB53}" type="pres">
      <dgm:prSet presAssocID="{D7FF0505-92D5-5845-8C42-26EE5371492A}" presName="root1" presStyleCnt="0"/>
      <dgm:spPr/>
    </dgm:pt>
    <dgm:pt modelId="{B42D8C23-0A95-6F41-A643-05DCA24DA714}" type="pres">
      <dgm:prSet presAssocID="{D7FF0505-92D5-5845-8C42-26EE5371492A}" presName="LevelOneTextNode" presStyleLbl="node0" presStyleIdx="1" presStyleCnt="2" custScaleY="120692" custLinFactX="-85772" custLinFactNeighborX="-100000" custLinFactNeighborY="-4733">
        <dgm:presLayoutVars>
          <dgm:chPref val="3"/>
        </dgm:presLayoutVars>
      </dgm:prSet>
      <dgm:spPr/>
    </dgm:pt>
    <dgm:pt modelId="{D4E52834-C9CC-824B-9910-FEC106063219}" type="pres">
      <dgm:prSet presAssocID="{D7FF0505-92D5-5845-8C42-26EE5371492A}" presName="level2hierChild" presStyleCnt="0"/>
      <dgm:spPr/>
    </dgm:pt>
    <dgm:pt modelId="{1D53ED84-5BCF-A345-82EA-FC755FFC04E4}" type="pres">
      <dgm:prSet presAssocID="{BC0B8549-9A68-5C43-BEF6-C078AC871F59}" presName="conn2-1" presStyleLbl="parChTrans1D2" presStyleIdx="2" presStyleCnt="4"/>
      <dgm:spPr/>
    </dgm:pt>
    <dgm:pt modelId="{CFA014F1-A21D-5F4E-9684-701C118B5AD3}" type="pres">
      <dgm:prSet presAssocID="{BC0B8549-9A68-5C43-BEF6-C078AC871F59}" presName="connTx" presStyleLbl="parChTrans1D2" presStyleIdx="2" presStyleCnt="4"/>
      <dgm:spPr/>
    </dgm:pt>
    <dgm:pt modelId="{AC6190D1-DF4C-5147-8BF9-683A56AE9E89}" type="pres">
      <dgm:prSet presAssocID="{6A61B639-E072-F14B-8E79-B63F3E282315}" presName="root2" presStyleCnt="0"/>
      <dgm:spPr/>
    </dgm:pt>
    <dgm:pt modelId="{08FB15AD-8641-2048-90BC-187BB0959AC8}" type="pres">
      <dgm:prSet presAssocID="{6A61B639-E072-F14B-8E79-B63F3E282315}" presName="LevelTwoTextNode" presStyleLbl="node2" presStyleIdx="2" presStyleCnt="4">
        <dgm:presLayoutVars>
          <dgm:chPref val="3"/>
        </dgm:presLayoutVars>
      </dgm:prSet>
      <dgm:spPr/>
    </dgm:pt>
    <dgm:pt modelId="{1FE24A96-1C24-EF48-8F7E-E964F17BA9A6}" type="pres">
      <dgm:prSet presAssocID="{6A61B639-E072-F14B-8E79-B63F3E282315}" presName="level3hierChild" presStyleCnt="0"/>
      <dgm:spPr/>
    </dgm:pt>
    <dgm:pt modelId="{C43E5C8D-3C1B-4D4C-B3BC-CCB015EF3C93}" type="pres">
      <dgm:prSet presAssocID="{2ADA2F4C-D522-644E-95B9-49035F41CF1F}" presName="conn2-1" presStyleLbl="parChTrans1D3" presStyleIdx="4" presStyleCnt="8"/>
      <dgm:spPr/>
    </dgm:pt>
    <dgm:pt modelId="{9DD967A3-BBC2-E448-AB4E-66CDEFD21360}" type="pres">
      <dgm:prSet presAssocID="{2ADA2F4C-D522-644E-95B9-49035F41CF1F}" presName="connTx" presStyleLbl="parChTrans1D3" presStyleIdx="4" presStyleCnt="8"/>
      <dgm:spPr/>
    </dgm:pt>
    <dgm:pt modelId="{028B7817-ECC8-754F-BA2E-4A7AA91C94E6}" type="pres">
      <dgm:prSet presAssocID="{3527A5BF-EFFD-5547-B658-887366A70139}" presName="root2" presStyleCnt="0"/>
      <dgm:spPr/>
    </dgm:pt>
    <dgm:pt modelId="{B3882E92-45C7-5E4F-875E-0D0594DC9FA3}" type="pres">
      <dgm:prSet presAssocID="{3527A5BF-EFFD-5547-B658-887366A70139}" presName="LevelTwoTextNode" presStyleLbl="node3" presStyleIdx="4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A2192A59-FF89-8642-8394-9CDC30227BFD}" type="pres">
      <dgm:prSet presAssocID="{3527A5BF-EFFD-5547-B658-887366A70139}" presName="level3hierChild" presStyleCnt="0"/>
      <dgm:spPr/>
    </dgm:pt>
    <dgm:pt modelId="{49B99774-E821-324B-ADA8-718775DC50C0}" type="pres">
      <dgm:prSet presAssocID="{BD65E8B2-5C4A-3A43-807E-802838529358}" presName="conn2-1" presStyleLbl="parChTrans1D3" presStyleIdx="5" presStyleCnt="8"/>
      <dgm:spPr/>
    </dgm:pt>
    <dgm:pt modelId="{3E133CE1-6788-B242-8239-D51D0D3C98B2}" type="pres">
      <dgm:prSet presAssocID="{BD65E8B2-5C4A-3A43-807E-802838529358}" presName="connTx" presStyleLbl="parChTrans1D3" presStyleIdx="5" presStyleCnt="8"/>
      <dgm:spPr/>
    </dgm:pt>
    <dgm:pt modelId="{34C4B65F-CFDC-4B46-B91F-B153F7290042}" type="pres">
      <dgm:prSet presAssocID="{8DBC8D5C-862C-204B-AE06-8E1AEA50289B}" presName="root2" presStyleCnt="0"/>
      <dgm:spPr/>
    </dgm:pt>
    <dgm:pt modelId="{CC4BD005-3731-C24A-B67B-0732358B31D6}" type="pres">
      <dgm:prSet presAssocID="{8DBC8D5C-862C-204B-AE06-8E1AEA50289B}" presName="LevelTwoTextNode" presStyleLbl="node3" presStyleIdx="5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98E728FE-9909-B545-AE33-B14CF78B62E7}" type="pres">
      <dgm:prSet presAssocID="{8DBC8D5C-862C-204B-AE06-8E1AEA50289B}" presName="level3hierChild" presStyleCnt="0"/>
      <dgm:spPr/>
    </dgm:pt>
    <dgm:pt modelId="{01807F8B-185B-DA4B-8E22-FEF75220C754}" type="pres">
      <dgm:prSet presAssocID="{9732CC87-50DE-5945-A5C9-2475D372904F}" presName="conn2-1" presStyleLbl="parChTrans1D2" presStyleIdx="3" presStyleCnt="4"/>
      <dgm:spPr/>
    </dgm:pt>
    <dgm:pt modelId="{27B06943-7103-CD46-B78D-1CE2ECFDC367}" type="pres">
      <dgm:prSet presAssocID="{9732CC87-50DE-5945-A5C9-2475D372904F}" presName="connTx" presStyleLbl="parChTrans1D2" presStyleIdx="3" presStyleCnt="4"/>
      <dgm:spPr/>
    </dgm:pt>
    <dgm:pt modelId="{35C340C9-5E38-154E-B9E8-6A2C5951982F}" type="pres">
      <dgm:prSet presAssocID="{2DC2CF56-612B-9041-A747-94D90D94652F}" presName="root2" presStyleCnt="0"/>
      <dgm:spPr/>
    </dgm:pt>
    <dgm:pt modelId="{612D52B8-05F1-2043-9EA1-CC12681D5010}" type="pres">
      <dgm:prSet presAssocID="{2DC2CF56-612B-9041-A747-94D90D94652F}" presName="LevelTwoTextNode" presStyleLbl="node2" presStyleIdx="3" presStyleCnt="4">
        <dgm:presLayoutVars>
          <dgm:chPref val="3"/>
        </dgm:presLayoutVars>
      </dgm:prSet>
      <dgm:spPr/>
    </dgm:pt>
    <dgm:pt modelId="{FC570CD3-3864-6140-944D-33B623293346}" type="pres">
      <dgm:prSet presAssocID="{2DC2CF56-612B-9041-A747-94D90D94652F}" presName="level3hierChild" presStyleCnt="0"/>
      <dgm:spPr/>
    </dgm:pt>
    <dgm:pt modelId="{49C088E2-786D-094D-BA22-F9C00DAE26DC}" type="pres">
      <dgm:prSet presAssocID="{464F4375-2A1B-5B43-BA99-8811ED2A7C2F}" presName="conn2-1" presStyleLbl="parChTrans1D3" presStyleIdx="6" presStyleCnt="8"/>
      <dgm:spPr/>
    </dgm:pt>
    <dgm:pt modelId="{78628FC3-7492-9F42-9B27-71CDE98114F0}" type="pres">
      <dgm:prSet presAssocID="{464F4375-2A1B-5B43-BA99-8811ED2A7C2F}" presName="connTx" presStyleLbl="parChTrans1D3" presStyleIdx="6" presStyleCnt="8"/>
      <dgm:spPr/>
    </dgm:pt>
    <dgm:pt modelId="{6A0131DC-6EB5-C445-A69C-6E4CE6A8369D}" type="pres">
      <dgm:prSet presAssocID="{A104B248-E717-024D-B6C1-2BCC5E1E691C}" presName="root2" presStyleCnt="0"/>
      <dgm:spPr/>
    </dgm:pt>
    <dgm:pt modelId="{3A1D92EF-0638-7549-95B4-062805C956D2}" type="pres">
      <dgm:prSet presAssocID="{A104B248-E717-024D-B6C1-2BCC5E1E691C}" presName="LevelTwoTextNode" presStyleLbl="node3" presStyleIdx="6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45AF0770-7C7E-1645-A0B1-CEF80DFEA651}" type="pres">
      <dgm:prSet presAssocID="{A104B248-E717-024D-B6C1-2BCC5E1E691C}" presName="level3hierChild" presStyleCnt="0"/>
      <dgm:spPr/>
    </dgm:pt>
    <dgm:pt modelId="{05FAEBF8-D47F-9943-A421-8FBE6B400448}" type="pres">
      <dgm:prSet presAssocID="{7FAF605B-3831-5A4D-9279-CCD2B1E6BCD3}" presName="conn2-1" presStyleLbl="parChTrans1D3" presStyleIdx="7" presStyleCnt="8"/>
      <dgm:spPr/>
    </dgm:pt>
    <dgm:pt modelId="{AF3B8ADA-0536-7944-98D7-7A30B8BD2D08}" type="pres">
      <dgm:prSet presAssocID="{7FAF605B-3831-5A4D-9279-CCD2B1E6BCD3}" presName="connTx" presStyleLbl="parChTrans1D3" presStyleIdx="7" presStyleCnt="8"/>
      <dgm:spPr/>
    </dgm:pt>
    <dgm:pt modelId="{1BA615A3-BEC0-D240-88D2-27CACB19706D}" type="pres">
      <dgm:prSet presAssocID="{981FD3FF-4FDC-7348-A735-7839BFBC1AD0}" presName="root2" presStyleCnt="0"/>
      <dgm:spPr/>
    </dgm:pt>
    <dgm:pt modelId="{018AD1AC-D1FC-A640-9CD9-33D5E86EF636}" type="pres">
      <dgm:prSet presAssocID="{981FD3FF-4FDC-7348-A735-7839BFBC1AD0}" presName="LevelTwoTextNode" presStyleLbl="node3" presStyleIdx="7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649AA6F7-8759-EA4D-8331-16634BF3E64C}" type="pres">
      <dgm:prSet presAssocID="{981FD3FF-4FDC-7348-A735-7839BFBC1AD0}" presName="level3hierChild" presStyleCnt="0"/>
      <dgm:spPr/>
    </dgm:pt>
  </dgm:ptLst>
  <dgm:cxnLst>
    <dgm:cxn modelId="{EE269600-78DF-D041-9077-E909E656B6EC}" srcId="{F4E2081F-63DB-054C-8E05-01457DA4834C}" destId="{90EDD8AE-3EE5-8945-80E1-1DA0A9AA3E25}" srcOrd="1" destOrd="0" parTransId="{B187BCB6-89ED-6747-B34D-AE746DED10B5}" sibTransId="{4E7217F9-D617-8242-ACF9-66D1D7A8DB32}"/>
    <dgm:cxn modelId="{7ED9F500-7AE7-5244-B15F-E6CA726A20EC}" type="presOf" srcId="{6A61B639-E072-F14B-8E79-B63F3E282315}" destId="{08FB15AD-8641-2048-90BC-187BB0959AC8}" srcOrd="0" destOrd="0" presId="urn:microsoft.com/office/officeart/2005/8/layout/hierarchy2"/>
    <dgm:cxn modelId="{DC41BA0C-170F-8F45-9267-4C8C0BD711C2}" type="presOf" srcId="{AC88FA02-E26C-654B-81CF-5BA45261280F}" destId="{0A2B7D45-B81C-EB4E-9E56-C9D599C1EA4C}" srcOrd="0" destOrd="0" presId="urn:microsoft.com/office/officeart/2005/8/layout/hierarchy2"/>
    <dgm:cxn modelId="{6513B724-5057-4742-9482-00B6A2624CFE}" type="presOf" srcId="{8DBC8D5C-862C-204B-AE06-8E1AEA50289B}" destId="{CC4BD005-3731-C24A-B67B-0732358B31D6}" srcOrd="0" destOrd="0" presId="urn:microsoft.com/office/officeart/2005/8/layout/hierarchy2"/>
    <dgm:cxn modelId="{099F0926-4852-A945-A4F1-10B87A07A77A}" type="presOf" srcId="{90EDD8AE-3EE5-8945-80E1-1DA0A9AA3E25}" destId="{4915C9F8-0459-0C47-A384-D827DE26DDB9}" srcOrd="0" destOrd="0" presId="urn:microsoft.com/office/officeart/2005/8/layout/hierarchy2"/>
    <dgm:cxn modelId="{87638027-0A06-404F-B3E1-88A0C09FF050}" type="presOf" srcId="{D238D083-AC2D-8D40-8622-893E12E5FCF2}" destId="{896D4C72-30F4-FF48-853D-1049BFE01D2C}" srcOrd="0" destOrd="0" presId="urn:microsoft.com/office/officeart/2005/8/layout/hierarchy2"/>
    <dgm:cxn modelId="{46F04A28-5FBD-FA4E-B309-2A2C3BEB3E5E}" type="presOf" srcId="{02F22403-1040-E147-B929-91FBFB629467}" destId="{25EE9E64-36F1-AC49-9054-9C6C54E3993A}" srcOrd="0" destOrd="0" presId="urn:microsoft.com/office/officeart/2005/8/layout/hierarchy2"/>
    <dgm:cxn modelId="{69F4722B-971C-1B4A-9FB3-6D2069B1790D}" type="presOf" srcId="{BD65E8B2-5C4A-3A43-807E-802838529358}" destId="{49B99774-E821-324B-ADA8-718775DC50C0}" srcOrd="0" destOrd="0" presId="urn:microsoft.com/office/officeart/2005/8/layout/hierarchy2"/>
    <dgm:cxn modelId="{B0597C2D-0EE1-1247-AEF6-4D8015BC46C5}" type="presOf" srcId="{BC0B8549-9A68-5C43-BEF6-C078AC871F59}" destId="{1D53ED84-5BCF-A345-82EA-FC755FFC04E4}" srcOrd="0" destOrd="0" presId="urn:microsoft.com/office/officeart/2005/8/layout/hierarchy2"/>
    <dgm:cxn modelId="{7204022E-909F-7A47-AF6F-195BB47B37B4}" type="presOf" srcId="{7FAF605B-3831-5A4D-9279-CCD2B1E6BCD3}" destId="{AF3B8ADA-0536-7944-98D7-7A30B8BD2D08}" srcOrd="1" destOrd="0" presId="urn:microsoft.com/office/officeart/2005/8/layout/hierarchy2"/>
    <dgm:cxn modelId="{9ADC3031-3846-E24E-BF12-5288CE5DD5EB}" type="presOf" srcId="{9732CC87-50DE-5945-A5C9-2475D372904F}" destId="{01807F8B-185B-DA4B-8E22-FEF75220C754}" srcOrd="0" destOrd="0" presId="urn:microsoft.com/office/officeart/2005/8/layout/hierarchy2"/>
    <dgm:cxn modelId="{785B4131-ED7B-E640-8D21-B048243388BB}" type="presOf" srcId="{BC0B8549-9A68-5C43-BEF6-C078AC871F59}" destId="{CFA014F1-A21D-5F4E-9684-701C118B5AD3}" srcOrd="1" destOrd="0" presId="urn:microsoft.com/office/officeart/2005/8/layout/hierarchy2"/>
    <dgm:cxn modelId="{A99EA540-2385-AD46-A621-DF37CA472A0F}" type="presOf" srcId="{A053D9A8-1B1C-0D45-A3FE-6BE45B0637DC}" destId="{E4F23EF9-12CA-D945-926B-177F3D39605F}" srcOrd="1" destOrd="0" presId="urn:microsoft.com/office/officeart/2005/8/layout/hierarchy2"/>
    <dgm:cxn modelId="{9A439E41-84CD-2A4E-9C3A-BB52873F2C79}" srcId="{2DC2CF56-612B-9041-A747-94D90D94652F}" destId="{A104B248-E717-024D-B6C1-2BCC5E1E691C}" srcOrd="0" destOrd="0" parTransId="{464F4375-2A1B-5B43-BA99-8811ED2A7C2F}" sibTransId="{8B3A0BDC-A36D-6F4F-A3B2-CB521E6B650F}"/>
    <dgm:cxn modelId="{85411645-EE48-3A43-A940-C7CDD9E8E9B0}" srcId="{6A61B639-E072-F14B-8E79-B63F3E282315}" destId="{8DBC8D5C-862C-204B-AE06-8E1AEA50289B}" srcOrd="1" destOrd="0" parTransId="{BD65E8B2-5C4A-3A43-807E-802838529358}" sibTransId="{94FF8175-6B50-8A4C-AA2D-CE1E26EB78AB}"/>
    <dgm:cxn modelId="{D7B33A47-549F-9F48-8AE8-89B93E0EF01B}" srcId="{AC88FA02-E26C-654B-81CF-5BA45261280F}" destId="{F4E2081F-63DB-054C-8E05-01457DA4834C}" srcOrd="0" destOrd="0" parTransId="{1E129362-902B-A346-B9C5-E47208DA3544}" sibTransId="{C161670C-90E3-3846-A73D-E4411206A398}"/>
    <dgm:cxn modelId="{5978A947-BF7C-2543-AA35-F7BF69BB84F8}" type="presOf" srcId="{F5ABB958-ADD6-844E-8AAC-7F84FF61CE78}" destId="{FB5A3570-B08A-7F4D-9F40-D6F646F5D27D}" srcOrd="0" destOrd="0" presId="urn:microsoft.com/office/officeart/2005/8/layout/hierarchy2"/>
    <dgm:cxn modelId="{2346E849-119C-7D44-8073-DED00C77106E}" srcId="{D7FF0505-92D5-5845-8C42-26EE5371492A}" destId="{2DC2CF56-612B-9041-A747-94D90D94652F}" srcOrd="1" destOrd="0" parTransId="{9732CC87-50DE-5945-A5C9-2475D372904F}" sibTransId="{00D2F5DA-93BD-3445-A778-704C261D2D60}"/>
    <dgm:cxn modelId="{D60E894A-68E8-2B47-BBD0-B3C78F167D6B}" type="presOf" srcId="{9732CC87-50DE-5945-A5C9-2475D372904F}" destId="{27B06943-7103-CD46-B78D-1CE2ECFDC367}" srcOrd="1" destOrd="0" presId="urn:microsoft.com/office/officeart/2005/8/layout/hierarchy2"/>
    <dgm:cxn modelId="{2DF5274C-268D-2F4E-845F-98370019B278}" srcId="{D238D083-AC2D-8D40-8622-893E12E5FCF2}" destId="{FE203C43-0397-5641-B440-908474CF6BA0}" srcOrd="0" destOrd="0" parTransId="{ADA58918-6C14-954A-A082-0CEA2D61206F}" sibTransId="{8191346F-692A-6340-ACD0-653918877889}"/>
    <dgm:cxn modelId="{267AA154-6A6C-1E42-BC70-B77997420711}" type="presOf" srcId="{7FAF605B-3831-5A4D-9279-CCD2B1E6BCD3}" destId="{05FAEBF8-D47F-9943-A421-8FBE6B400448}" srcOrd="0" destOrd="0" presId="urn:microsoft.com/office/officeart/2005/8/layout/hierarchy2"/>
    <dgm:cxn modelId="{22498D5B-9314-BC46-9A84-DF9C5F5F382F}" srcId="{D7FF0505-92D5-5845-8C42-26EE5371492A}" destId="{6A61B639-E072-F14B-8E79-B63F3E282315}" srcOrd="0" destOrd="0" parTransId="{BC0B8549-9A68-5C43-BEF6-C078AC871F59}" sibTransId="{A8769F09-FC28-B941-A0CC-86D390CB8B30}"/>
    <dgm:cxn modelId="{74C4F161-722D-5649-AF93-71D9AFB39D11}" type="presOf" srcId="{ADA58918-6C14-954A-A082-0CEA2D61206F}" destId="{97049DFB-0807-D744-9371-357846179C70}" srcOrd="1" destOrd="0" presId="urn:microsoft.com/office/officeart/2005/8/layout/hierarchy2"/>
    <dgm:cxn modelId="{56CA6B64-DF1F-9944-BEB5-E4B21EEA0F01}" type="presOf" srcId="{4640C1E4-8F80-5742-B2B0-D5C486FEAF14}" destId="{329B4990-3DCB-0B41-AE65-1385FBF540C0}" srcOrd="0" destOrd="0" presId="urn:microsoft.com/office/officeart/2005/8/layout/hierarchy2"/>
    <dgm:cxn modelId="{5BFDDA66-7170-6B4F-ADAD-B27672E7DF21}" srcId="{AC88FA02-E26C-654B-81CF-5BA45261280F}" destId="{D7FF0505-92D5-5845-8C42-26EE5371492A}" srcOrd="1" destOrd="0" parTransId="{A91287EE-91C7-8F4B-A313-FCAF4852FB17}" sibTransId="{CAC6F734-7FC0-E54B-9BB0-07982EC0F150}"/>
    <dgm:cxn modelId="{836DD168-39CC-2A44-AEBD-21639BBBCD03}" type="presOf" srcId="{F75392F1-0086-B34B-903D-5577B876A274}" destId="{660C7D95-FDDA-B043-A878-982736C48441}" srcOrd="0" destOrd="0" presId="urn:microsoft.com/office/officeart/2005/8/layout/hierarchy2"/>
    <dgm:cxn modelId="{6DF56479-AFFB-804B-958D-C230ED810B80}" type="presOf" srcId="{FE203C43-0397-5641-B440-908474CF6BA0}" destId="{B1C9D90C-1896-AB48-8AE1-1708F95E90D7}" srcOrd="0" destOrd="0" presId="urn:microsoft.com/office/officeart/2005/8/layout/hierarchy2"/>
    <dgm:cxn modelId="{6497E48F-649E-D04F-A95B-44F915A817CF}" type="presOf" srcId="{981FD3FF-4FDC-7348-A735-7839BFBC1AD0}" destId="{018AD1AC-D1FC-A640-9CD9-33D5E86EF636}" srcOrd="0" destOrd="0" presId="urn:microsoft.com/office/officeart/2005/8/layout/hierarchy2"/>
    <dgm:cxn modelId="{9AB67A94-8AFD-B141-977F-8B7EB7FA3627}" type="presOf" srcId="{3527A5BF-EFFD-5547-B658-887366A70139}" destId="{B3882E92-45C7-5E4F-875E-0D0594DC9FA3}" srcOrd="0" destOrd="0" presId="urn:microsoft.com/office/officeart/2005/8/layout/hierarchy2"/>
    <dgm:cxn modelId="{0A17C394-37D4-5246-A66A-FB824103E3AC}" srcId="{90EDD8AE-3EE5-8945-80E1-1DA0A9AA3E25}" destId="{CE163051-2624-9847-83D1-231631005E55}" srcOrd="1" destOrd="0" parTransId="{02F22403-1040-E147-B929-91FBFB629467}" sibTransId="{1D64C5B2-365B-ED4C-8B77-0298DB2E85B7}"/>
    <dgm:cxn modelId="{EACAB9A0-62B4-C44B-B5EB-606004670A51}" type="presOf" srcId="{9FFB8D0C-5D8D-A54F-AA23-43BA58E13957}" destId="{4A8F173B-B647-7A41-86BE-25DBD6786A22}" srcOrd="0" destOrd="0" presId="urn:microsoft.com/office/officeart/2005/8/layout/hierarchy2"/>
    <dgm:cxn modelId="{7297B9AB-270F-C843-A818-11273D6DE577}" type="presOf" srcId="{D7FF0505-92D5-5845-8C42-26EE5371492A}" destId="{B42D8C23-0A95-6F41-A643-05DCA24DA714}" srcOrd="0" destOrd="0" presId="urn:microsoft.com/office/officeart/2005/8/layout/hierarchy2"/>
    <dgm:cxn modelId="{65A548AC-E126-704E-BAA7-B0256AADDFB7}" type="presOf" srcId="{2ADA2F4C-D522-644E-95B9-49035F41CF1F}" destId="{C43E5C8D-3C1B-4D4C-B3BC-CCB015EF3C93}" srcOrd="0" destOrd="0" presId="urn:microsoft.com/office/officeart/2005/8/layout/hierarchy2"/>
    <dgm:cxn modelId="{DB2473AD-4031-864C-858C-DE2C13049547}" srcId="{2DC2CF56-612B-9041-A747-94D90D94652F}" destId="{981FD3FF-4FDC-7348-A735-7839BFBC1AD0}" srcOrd="1" destOrd="0" parTransId="{7FAF605B-3831-5A4D-9279-CCD2B1E6BCD3}" sibTransId="{F5055F0B-AAFD-F24F-B3A0-CEE64F5D9DF5}"/>
    <dgm:cxn modelId="{F8605BB5-A500-8842-9A6C-AA9DD0622B19}" type="presOf" srcId="{F5ABB958-ADD6-844E-8AAC-7F84FF61CE78}" destId="{DACD119E-E0D6-834D-8412-F957A4CCEE37}" srcOrd="1" destOrd="0" presId="urn:microsoft.com/office/officeart/2005/8/layout/hierarchy2"/>
    <dgm:cxn modelId="{D3EE64C3-82FB-5848-9332-0A62DA1ED688}" type="presOf" srcId="{A104B248-E717-024D-B6C1-2BCC5E1E691C}" destId="{3A1D92EF-0638-7549-95B4-062805C956D2}" srcOrd="0" destOrd="0" presId="urn:microsoft.com/office/officeart/2005/8/layout/hierarchy2"/>
    <dgm:cxn modelId="{4F8775C4-DE22-524F-8894-C89D13410B6B}" type="presOf" srcId="{CE163051-2624-9847-83D1-231631005E55}" destId="{8FA60B2A-AFF2-F144-931B-543F6C001782}" srcOrd="0" destOrd="0" presId="urn:microsoft.com/office/officeart/2005/8/layout/hierarchy2"/>
    <dgm:cxn modelId="{F565DFCB-EF0F-E348-953B-A2026004101F}" type="presOf" srcId="{B187BCB6-89ED-6747-B34D-AE746DED10B5}" destId="{3F7963CF-D28D-F247-B38F-05140F8A49E8}" srcOrd="1" destOrd="0" presId="urn:microsoft.com/office/officeart/2005/8/layout/hierarchy2"/>
    <dgm:cxn modelId="{231738CC-D4A0-3048-9232-F5EAA375DC36}" type="presOf" srcId="{9FFB8D0C-5D8D-A54F-AA23-43BA58E13957}" destId="{0D7CBDA5-C626-AB44-A9E0-E59EA3DAB988}" srcOrd="1" destOrd="0" presId="urn:microsoft.com/office/officeart/2005/8/layout/hierarchy2"/>
    <dgm:cxn modelId="{BCBD61CC-A00A-814A-935A-7506C729ED3D}" type="presOf" srcId="{B187BCB6-89ED-6747-B34D-AE746DED10B5}" destId="{075242B2-B3A3-8B40-8050-9908343CAEF6}" srcOrd="0" destOrd="0" presId="urn:microsoft.com/office/officeart/2005/8/layout/hierarchy2"/>
    <dgm:cxn modelId="{E47D87CD-576E-C14C-97A9-3A14600BA033}" type="presOf" srcId="{2ADA2F4C-D522-644E-95B9-49035F41CF1F}" destId="{9DD967A3-BBC2-E448-AB4E-66CDEFD21360}" srcOrd="1" destOrd="0" presId="urn:microsoft.com/office/officeart/2005/8/layout/hierarchy2"/>
    <dgm:cxn modelId="{A554EBD3-E209-BE4A-AA79-CFE8A920BB5B}" type="presOf" srcId="{F4E2081F-63DB-054C-8E05-01457DA4834C}" destId="{2E5FC662-F01F-564C-898F-394F93CB760D}" srcOrd="0" destOrd="0" presId="urn:microsoft.com/office/officeart/2005/8/layout/hierarchy2"/>
    <dgm:cxn modelId="{9B4FFDDD-CAD7-004E-B9AA-6BA7526020B9}" type="presOf" srcId="{2DC2CF56-612B-9041-A747-94D90D94652F}" destId="{612D52B8-05F1-2043-9EA1-CC12681D5010}" srcOrd="0" destOrd="0" presId="urn:microsoft.com/office/officeart/2005/8/layout/hierarchy2"/>
    <dgm:cxn modelId="{E9C411DE-92FF-144C-B13C-90394D6AC05F}" type="presOf" srcId="{464F4375-2A1B-5B43-BA99-8811ED2A7C2F}" destId="{78628FC3-7492-9F42-9B27-71CDE98114F0}" srcOrd="1" destOrd="0" presId="urn:microsoft.com/office/officeart/2005/8/layout/hierarchy2"/>
    <dgm:cxn modelId="{EFE58CE6-983A-074F-9E6D-7414620C6061}" type="presOf" srcId="{A053D9A8-1B1C-0D45-A3FE-6BE45B0637DC}" destId="{B0F47049-9A2A-E145-AAB8-864E8AA8D5DA}" srcOrd="0" destOrd="0" presId="urn:microsoft.com/office/officeart/2005/8/layout/hierarchy2"/>
    <dgm:cxn modelId="{1862B8E7-3538-F44F-A2DC-7B007EE4BA12}" type="presOf" srcId="{ADA58918-6C14-954A-A082-0CEA2D61206F}" destId="{DE37681E-BED7-684E-AC4B-8B3792C35BF1}" srcOrd="0" destOrd="0" presId="urn:microsoft.com/office/officeart/2005/8/layout/hierarchy2"/>
    <dgm:cxn modelId="{75D24AE8-F159-2F4C-8F3F-027B246926EC}" type="presOf" srcId="{464F4375-2A1B-5B43-BA99-8811ED2A7C2F}" destId="{49C088E2-786D-094D-BA22-F9C00DAE26DC}" srcOrd="0" destOrd="0" presId="urn:microsoft.com/office/officeart/2005/8/layout/hierarchy2"/>
    <dgm:cxn modelId="{6E26ABE9-5857-2C4E-8496-27262F1D4E80}" type="presOf" srcId="{BD65E8B2-5C4A-3A43-807E-802838529358}" destId="{3E133CE1-6788-B242-8239-D51D0D3C98B2}" srcOrd="1" destOrd="0" presId="urn:microsoft.com/office/officeart/2005/8/layout/hierarchy2"/>
    <dgm:cxn modelId="{6F717FEC-6264-1B49-8AA9-A99B87C46A45}" srcId="{F4E2081F-63DB-054C-8E05-01457DA4834C}" destId="{D238D083-AC2D-8D40-8622-893E12E5FCF2}" srcOrd="0" destOrd="0" parTransId="{9FFB8D0C-5D8D-A54F-AA23-43BA58E13957}" sibTransId="{7AC23018-90F1-4F45-AC70-8590F7A81C18}"/>
    <dgm:cxn modelId="{100A00F4-E559-6F4C-A74A-544FF1A97452}" srcId="{6A61B639-E072-F14B-8E79-B63F3E282315}" destId="{3527A5BF-EFFD-5547-B658-887366A70139}" srcOrd="0" destOrd="0" parTransId="{2ADA2F4C-D522-644E-95B9-49035F41CF1F}" sibTransId="{F9BC2895-2AFA-7543-8A8B-07D95631B836}"/>
    <dgm:cxn modelId="{DD04B1F9-1433-994E-AC4E-97405109C24B}" type="presOf" srcId="{02F22403-1040-E147-B929-91FBFB629467}" destId="{4C80AD50-C00F-0D4D-AEF9-4D24E0E59F44}" srcOrd="1" destOrd="0" presId="urn:microsoft.com/office/officeart/2005/8/layout/hierarchy2"/>
    <dgm:cxn modelId="{492184FB-E205-6D4C-A156-5792A122CF8F}" srcId="{D238D083-AC2D-8D40-8622-893E12E5FCF2}" destId="{F75392F1-0086-B34B-903D-5577B876A274}" srcOrd="1" destOrd="0" parTransId="{A053D9A8-1B1C-0D45-A3FE-6BE45B0637DC}" sibTransId="{396A43B8-A369-2940-905E-01923CFD224D}"/>
    <dgm:cxn modelId="{625292FC-B6AF-084B-A32D-1271B73D278E}" srcId="{90EDD8AE-3EE5-8945-80E1-1DA0A9AA3E25}" destId="{4640C1E4-8F80-5742-B2B0-D5C486FEAF14}" srcOrd="0" destOrd="0" parTransId="{F5ABB958-ADD6-844E-8AAC-7F84FF61CE78}" sibTransId="{DEDBBA97-1192-3248-9D47-8B4C42FBE33E}"/>
    <dgm:cxn modelId="{09E27A3D-0DB6-4D4B-8F81-D662EEF7FE91}" type="presParOf" srcId="{0A2B7D45-B81C-EB4E-9E56-C9D599C1EA4C}" destId="{D446597E-B77D-294B-AD4A-3802890103A9}" srcOrd="0" destOrd="0" presId="urn:microsoft.com/office/officeart/2005/8/layout/hierarchy2"/>
    <dgm:cxn modelId="{F03BCEDE-1465-AB40-81DB-F01A71624569}" type="presParOf" srcId="{D446597E-B77D-294B-AD4A-3802890103A9}" destId="{2E5FC662-F01F-564C-898F-394F93CB760D}" srcOrd="0" destOrd="0" presId="urn:microsoft.com/office/officeart/2005/8/layout/hierarchy2"/>
    <dgm:cxn modelId="{D4AC2A02-2775-9146-920D-F4856DBE2498}" type="presParOf" srcId="{D446597E-B77D-294B-AD4A-3802890103A9}" destId="{A5FD2A97-E3D1-5646-99B1-46503C3ADCE3}" srcOrd="1" destOrd="0" presId="urn:microsoft.com/office/officeart/2005/8/layout/hierarchy2"/>
    <dgm:cxn modelId="{6B19993A-BA8C-4547-97BB-ED9351CAD95B}" type="presParOf" srcId="{A5FD2A97-E3D1-5646-99B1-46503C3ADCE3}" destId="{4A8F173B-B647-7A41-86BE-25DBD6786A22}" srcOrd="0" destOrd="0" presId="urn:microsoft.com/office/officeart/2005/8/layout/hierarchy2"/>
    <dgm:cxn modelId="{EEAAB010-F055-FB40-A051-87FC2BDEFB14}" type="presParOf" srcId="{4A8F173B-B647-7A41-86BE-25DBD6786A22}" destId="{0D7CBDA5-C626-AB44-A9E0-E59EA3DAB988}" srcOrd="0" destOrd="0" presId="urn:microsoft.com/office/officeart/2005/8/layout/hierarchy2"/>
    <dgm:cxn modelId="{317F3DE3-FCE9-F94C-A706-F8BA40BA3F49}" type="presParOf" srcId="{A5FD2A97-E3D1-5646-99B1-46503C3ADCE3}" destId="{5B50D4CE-8831-DF43-8A22-11FB9A2CD855}" srcOrd="1" destOrd="0" presId="urn:microsoft.com/office/officeart/2005/8/layout/hierarchy2"/>
    <dgm:cxn modelId="{E1E43B6A-DF69-F846-8EA6-C0962354A696}" type="presParOf" srcId="{5B50D4CE-8831-DF43-8A22-11FB9A2CD855}" destId="{896D4C72-30F4-FF48-853D-1049BFE01D2C}" srcOrd="0" destOrd="0" presId="urn:microsoft.com/office/officeart/2005/8/layout/hierarchy2"/>
    <dgm:cxn modelId="{7AD5DFEF-A757-3947-AD6F-4A6842968F1C}" type="presParOf" srcId="{5B50D4CE-8831-DF43-8A22-11FB9A2CD855}" destId="{9B5822D3-691A-2A45-BE9D-4E33DBA4470E}" srcOrd="1" destOrd="0" presId="urn:microsoft.com/office/officeart/2005/8/layout/hierarchy2"/>
    <dgm:cxn modelId="{99842305-C7B7-4C4D-9D8D-1635F4842A8D}" type="presParOf" srcId="{9B5822D3-691A-2A45-BE9D-4E33DBA4470E}" destId="{DE37681E-BED7-684E-AC4B-8B3792C35BF1}" srcOrd="0" destOrd="0" presId="urn:microsoft.com/office/officeart/2005/8/layout/hierarchy2"/>
    <dgm:cxn modelId="{B09AE1A4-6DFE-C24B-8B09-613954433D3D}" type="presParOf" srcId="{DE37681E-BED7-684E-AC4B-8B3792C35BF1}" destId="{97049DFB-0807-D744-9371-357846179C70}" srcOrd="0" destOrd="0" presId="urn:microsoft.com/office/officeart/2005/8/layout/hierarchy2"/>
    <dgm:cxn modelId="{BEF9563B-A2D7-134A-A895-B54E24A534ED}" type="presParOf" srcId="{9B5822D3-691A-2A45-BE9D-4E33DBA4470E}" destId="{4529E655-EF0E-6D47-8FAA-4E87558B9394}" srcOrd="1" destOrd="0" presId="urn:microsoft.com/office/officeart/2005/8/layout/hierarchy2"/>
    <dgm:cxn modelId="{E7A417D5-B64F-C648-AC06-C9117B462F53}" type="presParOf" srcId="{4529E655-EF0E-6D47-8FAA-4E87558B9394}" destId="{B1C9D90C-1896-AB48-8AE1-1708F95E90D7}" srcOrd="0" destOrd="0" presId="urn:microsoft.com/office/officeart/2005/8/layout/hierarchy2"/>
    <dgm:cxn modelId="{59114297-7112-1646-A623-8E827C045CF5}" type="presParOf" srcId="{4529E655-EF0E-6D47-8FAA-4E87558B9394}" destId="{E82127B4-FA18-DB47-90EA-BE73AF10D416}" srcOrd="1" destOrd="0" presId="urn:microsoft.com/office/officeart/2005/8/layout/hierarchy2"/>
    <dgm:cxn modelId="{B5889DC8-0DB7-8846-BBE5-DC4553B5CC2F}" type="presParOf" srcId="{9B5822D3-691A-2A45-BE9D-4E33DBA4470E}" destId="{B0F47049-9A2A-E145-AAB8-864E8AA8D5DA}" srcOrd="2" destOrd="0" presId="urn:microsoft.com/office/officeart/2005/8/layout/hierarchy2"/>
    <dgm:cxn modelId="{3C31681D-1DA7-DE45-B3B3-7B4CC791D291}" type="presParOf" srcId="{B0F47049-9A2A-E145-AAB8-864E8AA8D5DA}" destId="{E4F23EF9-12CA-D945-926B-177F3D39605F}" srcOrd="0" destOrd="0" presId="urn:microsoft.com/office/officeart/2005/8/layout/hierarchy2"/>
    <dgm:cxn modelId="{96623F40-DCEC-2542-A296-4A8DAB18F245}" type="presParOf" srcId="{9B5822D3-691A-2A45-BE9D-4E33DBA4470E}" destId="{48698FCD-74C6-1C42-B232-0905A9E56745}" srcOrd="3" destOrd="0" presId="urn:microsoft.com/office/officeart/2005/8/layout/hierarchy2"/>
    <dgm:cxn modelId="{E2BFF3D7-45BA-B847-8493-F39F0A4499C6}" type="presParOf" srcId="{48698FCD-74C6-1C42-B232-0905A9E56745}" destId="{660C7D95-FDDA-B043-A878-982736C48441}" srcOrd="0" destOrd="0" presId="urn:microsoft.com/office/officeart/2005/8/layout/hierarchy2"/>
    <dgm:cxn modelId="{F5406376-CC8A-6840-B9B3-392FD7585411}" type="presParOf" srcId="{48698FCD-74C6-1C42-B232-0905A9E56745}" destId="{A8F0CA44-6FC0-4042-A602-62504BA7EE2B}" srcOrd="1" destOrd="0" presId="urn:microsoft.com/office/officeart/2005/8/layout/hierarchy2"/>
    <dgm:cxn modelId="{1772E413-C846-C14B-A35A-E3422C068D9E}" type="presParOf" srcId="{A5FD2A97-E3D1-5646-99B1-46503C3ADCE3}" destId="{075242B2-B3A3-8B40-8050-9908343CAEF6}" srcOrd="2" destOrd="0" presId="urn:microsoft.com/office/officeart/2005/8/layout/hierarchy2"/>
    <dgm:cxn modelId="{093FA67E-3002-374B-843A-9BCC9C0EF8A6}" type="presParOf" srcId="{075242B2-B3A3-8B40-8050-9908343CAEF6}" destId="{3F7963CF-D28D-F247-B38F-05140F8A49E8}" srcOrd="0" destOrd="0" presId="urn:microsoft.com/office/officeart/2005/8/layout/hierarchy2"/>
    <dgm:cxn modelId="{FE0A5290-7468-8D4B-BF16-522C9E2E2003}" type="presParOf" srcId="{A5FD2A97-E3D1-5646-99B1-46503C3ADCE3}" destId="{012BF84D-2D7E-1E45-91D8-3FF026860D07}" srcOrd="3" destOrd="0" presId="urn:microsoft.com/office/officeart/2005/8/layout/hierarchy2"/>
    <dgm:cxn modelId="{9C592669-BD86-DA40-88AF-50078829C67B}" type="presParOf" srcId="{012BF84D-2D7E-1E45-91D8-3FF026860D07}" destId="{4915C9F8-0459-0C47-A384-D827DE26DDB9}" srcOrd="0" destOrd="0" presId="urn:microsoft.com/office/officeart/2005/8/layout/hierarchy2"/>
    <dgm:cxn modelId="{602389C4-969A-0F43-B193-98FEF8538956}" type="presParOf" srcId="{012BF84D-2D7E-1E45-91D8-3FF026860D07}" destId="{63A84559-FA0F-1D4C-A0D4-38051DB9E924}" srcOrd="1" destOrd="0" presId="urn:microsoft.com/office/officeart/2005/8/layout/hierarchy2"/>
    <dgm:cxn modelId="{47157C33-B75C-4142-8CDD-F2A69F9A01A1}" type="presParOf" srcId="{63A84559-FA0F-1D4C-A0D4-38051DB9E924}" destId="{FB5A3570-B08A-7F4D-9F40-D6F646F5D27D}" srcOrd="0" destOrd="0" presId="urn:microsoft.com/office/officeart/2005/8/layout/hierarchy2"/>
    <dgm:cxn modelId="{A80529E4-9D3B-5246-B1CB-6FCA589A34FF}" type="presParOf" srcId="{FB5A3570-B08A-7F4D-9F40-D6F646F5D27D}" destId="{DACD119E-E0D6-834D-8412-F957A4CCEE37}" srcOrd="0" destOrd="0" presId="urn:microsoft.com/office/officeart/2005/8/layout/hierarchy2"/>
    <dgm:cxn modelId="{100BE8E8-55A5-D24A-BF6C-8B6600BF16E1}" type="presParOf" srcId="{63A84559-FA0F-1D4C-A0D4-38051DB9E924}" destId="{18EFD333-3BBA-874F-975A-5E7F4880430A}" srcOrd="1" destOrd="0" presId="urn:microsoft.com/office/officeart/2005/8/layout/hierarchy2"/>
    <dgm:cxn modelId="{9E8BC39E-C180-1944-9FF8-01602D053F3F}" type="presParOf" srcId="{18EFD333-3BBA-874F-975A-5E7F4880430A}" destId="{329B4990-3DCB-0B41-AE65-1385FBF540C0}" srcOrd="0" destOrd="0" presId="urn:microsoft.com/office/officeart/2005/8/layout/hierarchy2"/>
    <dgm:cxn modelId="{1711DE10-6A70-EB4B-86B1-927A95DF99F3}" type="presParOf" srcId="{18EFD333-3BBA-874F-975A-5E7F4880430A}" destId="{24552897-AEE0-EF48-AA4A-9400AD0D51B9}" srcOrd="1" destOrd="0" presId="urn:microsoft.com/office/officeart/2005/8/layout/hierarchy2"/>
    <dgm:cxn modelId="{40F66B47-E21E-864B-9A04-26F94575A7EC}" type="presParOf" srcId="{63A84559-FA0F-1D4C-A0D4-38051DB9E924}" destId="{25EE9E64-36F1-AC49-9054-9C6C54E3993A}" srcOrd="2" destOrd="0" presId="urn:microsoft.com/office/officeart/2005/8/layout/hierarchy2"/>
    <dgm:cxn modelId="{81F30909-070B-3043-A0BC-FEF854C90ADB}" type="presParOf" srcId="{25EE9E64-36F1-AC49-9054-9C6C54E3993A}" destId="{4C80AD50-C00F-0D4D-AEF9-4D24E0E59F44}" srcOrd="0" destOrd="0" presId="urn:microsoft.com/office/officeart/2005/8/layout/hierarchy2"/>
    <dgm:cxn modelId="{B154F6F2-B95E-4E40-932A-F96F28B895CE}" type="presParOf" srcId="{63A84559-FA0F-1D4C-A0D4-38051DB9E924}" destId="{97CF9F0F-4BDC-904B-8698-5A654B8F002F}" srcOrd="3" destOrd="0" presId="urn:microsoft.com/office/officeart/2005/8/layout/hierarchy2"/>
    <dgm:cxn modelId="{72853CAB-EB69-004D-B84E-4577CDCDF205}" type="presParOf" srcId="{97CF9F0F-4BDC-904B-8698-5A654B8F002F}" destId="{8FA60B2A-AFF2-F144-931B-543F6C001782}" srcOrd="0" destOrd="0" presId="urn:microsoft.com/office/officeart/2005/8/layout/hierarchy2"/>
    <dgm:cxn modelId="{70EFEAEE-91BA-8E4A-A8A7-9F1D24CDEBC6}" type="presParOf" srcId="{97CF9F0F-4BDC-904B-8698-5A654B8F002F}" destId="{6FFB2872-B6D9-DD45-BADE-77F8192757BA}" srcOrd="1" destOrd="0" presId="urn:microsoft.com/office/officeart/2005/8/layout/hierarchy2"/>
    <dgm:cxn modelId="{F112DEDB-B329-2A49-BC33-43C9736BDE84}" type="presParOf" srcId="{0A2B7D45-B81C-EB4E-9E56-C9D599C1EA4C}" destId="{296EABEF-2B83-064B-BA99-7D4BFF34BB53}" srcOrd="1" destOrd="0" presId="urn:microsoft.com/office/officeart/2005/8/layout/hierarchy2"/>
    <dgm:cxn modelId="{A968891D-5989-7C44-B7EB-797CDE95AC9B}" type="presParOf" srcId="{296EABEF-2B83-064B-BA99-7D4BFF34BB53}" destId="{B42D8C23-0A95-6F41-A643-05DCA24DA714}" srcOrd="0" destOrd="0" presId="urn:microsoft.com/office/officeart/2005/8/layout/hierarchy2"/>
    <dgm:cxn modelId="{793AACC3-395F-E547-BBD7-50F2C542B0A7}" type="presParOf" srcId="{296EABEF-2B83-064B-BA99-7D4BFF34BB53}" destId="{D4E52834-C9CC-824B-9910-FEC106063219}" srcOrd="1" destOrd="0" presId="urn:microsoft.com/office/officeart/2005/8/layout/hierarchy2"/>
    <dgm:cxn modelId="{05C779DF-B099-8D4F-A377-1B4415D5A19A}" type="presParOf" srcId="{D4E52834-C9CC-824B-9910-FEC106063219}" destId="{1D53ED84-5BCF-A345-82EA-FC755FFC04E4}" srcOrd="0" destOrd="0" presId="urn:microsoft.com/office/officeart/2005/8/layout/hierarchy2"/>
    <dgm:cxn modelId="{944AF2B3-BDB8-6148-A009-5B12FE5B9AF4}" type="presParOf" srcId="{1D53ED84-5BCF-A345-82EA-FC755FFC04E4}" destId="{CFA014F1-A21D-5F4E-9684-701C118B5AD3}" srcOrd="0" destOrd="0" presId="urn:microsoft.com/office/officeart/2005/8/layout/hierarchy2"/>
    <dgm:cxn modelId="{A350EAE3-234E-BC41-9149-E9281ADD1E87}" type="presParOf" srcId="{D4E52834-C9CC-824B-9910-FEC106063219}" destId="{AC6190D1-DF4C-5147-8BF9-683A56AE9E89}" srcOrd="1" destOrd="0" presId="urn:microsoft.com/office/officeart/2005/8/layout/hierarchy2"/>
    <dgm:cxn modelId="{366DB605-05CE-A241-8311-6E65C0FF3248}" type="presParOf" srcId="{AC6190D1-DF4C-5147-8BF9-683A56AE9E89}" destId="{08FB15AD-8641-2048-90BC-187BB0959AC8}" srcOrd="0" destOrd="0" presId="urn:microsoft.com/office/officeart/2005/8/layout/hierarchy2"/>
    <dgm:cxn modelId="{D5DD529A-7DDC-394F-AAAB-576D73405E1E}" type="presParOf" srcId="{AC6190D1-DF4C-5147-8BF9-683A56AE9E89}" destId="{1FE24A96-1C24-EF48-8F7E-E964F17BA9A6}" srcOrd="1" destOrd="0" presId="urn:microsoft.com/office/officeart/2005/8/layout/hierarchy2"/>
    <dgm:cxn modelId="{1DDD7FB9-A1AF-394C-A294-9CC4C03B9660}" type="presParOf" srcId="{1FE24A96-1C24-EF48-8F7E-E964F17BA9A6}" destId="{C43E5C8D-3C1B-4D4C-B3BC-CCB015EF3C93}" srcOrd="0" destOrd="0" presId="urn:microsoft.com/office/officeart/2005/8/layout/hierarchy2"/>
    <dgm:cxn modelId="{91A16BDF-D933-BA4F-B304-DCC753E0C98A}" type="presParOf" srcId="{C43E5C8D-3C1B-4D4C-B3BC-CCB015EF3C93}" destId="{9DD967A3-BBC2-E448-AB4E-66CDEFD21360}" srcOrd="0" destOrd="0" presId="urn:microsoft.com/office/officeart/2005/8/layout/hierarchy2"/>
    <dgm:cxn modelId="{4143DD3F-A7AC-8D41-9E57-E2A5B9869216}" type="presParOf" srcId="{1FE24A96-1C24-EF48-8F7E-E964F17BA9A6}" destId="{028B7817-ECC8-754F-BA2E-4A7AA91C94E6}" srcOrd="1" destOrd="0" presId="urn:microsoft.com/office/officeart/2005/8/layout/hierarchy2"/>
    <dgm:cxn modelId="{CE4E0A76-F75B-A543-8A2F-605D48D0B7CF}" type="presParOf" srcId="{028B7817-ECC8-754F-BA2E-4A7AA91C94E6}" destId="{B3882E92-45C7-5E4F-875E-0D0594DC9FA3}" srcOrd="0" destOrd="0" presId="urn:microsoft.com/office/officeart/2005/8/layout/hierarchy2"/>
    <dgm:cxn modelId="{A7DB176E-CED7-6F4B-9071-EC7438E72B4E}" type="presParOf" srcId="{028B7817-ECC8-754F-BA2E-4A7AA91C94E6}" destId="{A2192A59-FF89-8642-8394-9CDC30227BFD}" srcOrd="1" destOrd="0" presId="urn:microsoft.com/office/officeart/2005/8/layout/hierarchy2"/>
    <dgm:cxn modelId="{336A74E9-63F2-7C4A-BAD7-259C918827AD}" type="presParOf" srcId="{1FE24A96-1C24-EF48-8F7E-E964F17BA9A6}" destId="{49B99774-E821-324B-ADA8-718775DC50C0}" srcOrd="2" destOrd="0" presId="urn:microsoft.com/office/officeart/2005/8/layout/hierarchy2"/>
    <dgm:cxn modelId="{FC7F2D0D-344D-644A-8822-5B1781D447E3}" type="presParOf" srcId="{49B99774-E821-324B-ADA8-718775DC50C0}" destId="{3E133CE1-6788-B242-8239-D51D0D3C98B2}" srcOrd="0" destOrd="0" presId="urn:microsoft.com/office/officeart/2005/8/layout/hierarchy2"/>
    <dgm:cxn modelId="{62B25007-574A-1D42-945D-4071509EA2AC}" type="presParOf" srcId="{1FE24A96-1C24-EF48-8F7E-E964F17BA9A6}" destId="{34C4B65F-CFDC-4B46-B91F-B153F7290042}" srcOrd="3" destOrd="0" presId="urn:microsoft.com/office/officeart/2005/8/layout/hierarchy2"/>
    <dgm:cxn modelId="{227D4D4A-42E3-4E4E-AB36-4ECC212DC585}" type="presParOf" srcId="{34C4B65F-CFDC-4B46-B91F-B153F7290042}" destId="{CC4BD005-3731-C24A-B67B-0732358B31D6}" srcOrd="0" destOrd="0" presId="urn:microsoft.com/office/officeart/2005/8/layout/hierarchy2"/>
    <dgm:cxn modelId="{B79A417F-5F83-DB42-A76A-A8622312A304}" type="presParOf" srcId="{34C4B65F-CFDC-4B46-B91F-B153F7290042}" destId="{98E728FE-9909-B545-AE33-B14CF78B62E7}" srcOrd="1" destOrd="0" presId="urn:microsoft.com/office/officeart/2005/8/layout/hierarchy2"/>
    <dgm:cxn modelId="{70DB9AC2-12F4-8D46-B51B-06C22F416518}" type="presParOf" srcId="{D4E52834-C9CC-824B-9910-FEC106063219}" destId="{01807F8B-185B-DA4B-8E22-FEF75220C754}" srcOrd="2" destOrd="0" presId="urn:microsoft.com/office/officeart/2005/8/layout/hierarchy2"/>
    <dgm:cxn modelId="{071A053A-9856-8642-AB78-00CFAA03DDB4}" type="presParOf" srcId="{01807F8B-185B-DA4B-8E22-FEF75220C754}" destId="{27B06943-7103-CD46-B78D-1CE2ECFDC367}" srcOrd="0" destOrd="0" presId="urn:microsoft.com/office/officeart/2005/8/layout/hierarchy2"/>
    <dgm:cxn modelId="{946CE735-E80F-7945-8630-59A63ED035C3}" type="presParOf" srcId="{D4E52834-C9CC-824B-9910-FEC106063219}" destId="{35C340C9-5E38-154E-B9E8-6A2C5951982F}" srcOrd="3" destOrd="0" presId="urn:microsoft.com/office/officeart/2005/8/layout/hierarchy2"/>
    <dgm:cxn modelId="{AD168EBD-56FE-404B-AA8B-45CCD97EC0B2}" type="presParOf" srcId="{35C340C9-5E38-154E-B9E8-6A2C5951982F}" destId="{612D52B8-05F1-2043-9EA1-CC12681D5010}" srcOrd="0" destOrd="0" presId="urn:microsoft.com/office/officeart/2005/8/layout/hierarchy2"/>
    <dgm:cxn modelId="{17831177-D09D-CC42-BB92-2DC7226B0709}" type="presParOf" srcId="{35C340C9-5E38-154E-B9E8-6A2C5951982F}" destId="{FC570CD3-3864-6140-944D-33B623293346}" srcOrd="1" destOrd="0" presId="urn:microsoft.com/office/officeart/2005/8/layout/hierarchy2"/>
    <dgm:cxn modelId="{BE294FC5-0D20-354F-BA3E-8A58F997391A}" type="presParOf" srcId="{FC570CD3-3864-6140-944D-33B623293346}" destId="{49C088E2-786D-094D-BA22-F9C00DAE26DC}" srcOrd="0" destOrd="0" presId="urn:microsoft.com/office/officeart/2005/8/layout/hierarchy2"/>
    <dgm:cxn modelId="{C4C1BDDD-0518-374D-B432-BBA74BAF5968}" type="presParOf" srcId="{49C088E2-786D-094D-BA22-F9C00DAE26DC}" destId="{78628FC3-7492-9F42-9B27-71CDE98114F0}" srcOrd="0" destOrd="0" presId="urn:microsoft.com/office/officeart/2005/8/layout/hierarchy2"/>
    <dgm:cxn modelId="{738AFDDD-990F-104A-AEEB-FAACA488EC10}" type="presParOf" srcId="{FC570CD3-3864-6140-944D-33B623293346}" destId="{6A0131DC-6EB5-C445-A69C-6E4CE6A8369D}" srcOrd="1" destOrd="0" presId="urn:microsoft.com/office/officeart/2005/8/layout/hierarchy2"/>
    <dgm:cxn modelId="{6BD2695A-407D-CC42-BDA8-A093E61D8C18}" type="presParOf" srcId="{6A0131DC-6EB5-C445-A69C-6E4CE6A8369D}" destId="{3A1D92EF-0638-7549-95B4-062805C956D2}" srcOrd="0" destOrd="0" presId="urn:microsoft.com/office/officeart/2005/8/layout/hierarchy2"/>
    <dgm:cxn modelId="{1ADC25C6-A734-5F4E-BFD0-2A574FD5C0E7}" type="presParOf" srcId="{6A0131DC-6EB5-C445-A69C-6E4CE6A8369D}" destId="{45AF0770-7C7E-1645-A0B1-CEF80DFEA651}" srcOrd="1" destOrd="0" presId="urn:microsoft.com/office/officeart/2005/8/layout/hierarchy2"/>
    <dgm:cxn modelId="{A8FB4B9F-756B-E94A-AA71-7ADAEE361936}" type="presParOf" srcId="{FC570CD3-3864-6140-944D-33B623293346}" destId="{05FAEBF8-D47F-9943-A421-8FBE6B400448}" srcOrd="2" destOrd="0" presId="urn:microsoft.com/office/officeart/2005/8/layout/hierarchy2"/>
    <dgm:cxn modelId="{09A00D59-9A04-9C4E-AD83-68FB974AC5A9}" type="presParOf" srcId="{05FAEBF8-D47F-9943-A421-8FBE6B400448}" destId="{AF3B8ADA-0536-7944-98D7-7A30B8BD2D08}" srcOrd="0" destOrd="0" presId="urn:microsoft.com/office/officeart/2005/8/layout/hierarchy2"/>
    <dgm:cxn modelId="{02D72593-AF31-C445-B613-91199BC032F0}" type="presParOf" srcId="{FC570CD3-3864-6140-944D-33B623293346}" destId="{1BA615A3-BEC0-D240-88D2-27CACB19706D}" srcOrd="3" destOrd="0" presId="urn:microsoft.com/office/officeart/2005/8/layout/hierarchy2"/>
    <dgm:cxn modelId="{ACC30769-2C17-554E-BC5A-A8B6E576C05D}" type="presParOf" srcId="{1BA615A3-BEC0-D240-88D2-27CACB19706D}" destId="{018AD1AC-D1FC-A640-9CD9-33D5E86EF636}" srcOrd="0" destOrd="0" presId="urn:microsoft.com/office/officeart/2005/8/layout/hierarchy2"/>
    <dgm:cxn modelId="{BA47CCD7-D9B0-2A42-88BC-2C42F2892F33}" type="presParOf" srcId="{1BA615A3-BEC0-D240-88D2-27CACB19706D}" destId="{649AA6F7-8759-EA4D-8331-16634BF3E64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C88FA02-E26C-654B-81CF-5BA45261280F}" type="doc">
      <dgm:prSet loTypeId="urn:microsoft.com/office/officeart/2005/8/layout/hierarchy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E2081F-63DB-054C-8E05-01457DA4834C}">
      <dgm:prSet phldrT="[Text]"/>
      <dgm:spPr/>
      <dgm:t>
        <a:bodyPr/>
        <a:lstStyle/>
        <a:p>
          <a:r>
            <a:rPr lang="en-US" dirty="0"/>
            <a:t>Depression </a:t>
          </a:r>
        </a:p>
        <a:p>
          <a:r>
            <a:rPr lang="en-US" dirty="0"/>
            <a:t>(23%)</a:t>
          </a:r>
        </a:p>
      </dgm:t>
    </dgm:pt>
    <dgm:pt modelId="{1E129362-902B-A346-B9C5-E47208DA3544}" type="parTrans" cxnId="{D7B33A47-549F-9F48-8AE8-89B93E0EF01B}">
      <dgm:prSet/>
      <dgm:spPr/>
      <dgm:t>
        <a:bodyPr/>
        <a:lstStyle/>
        <a:p>
          <a:endParaRPr lang="en-US"/>
        </a:p>
      </dgm:t>
    </dgm:pt>
    <dgm:pt modelId="{C161670C-90E3-3846-A73D-E4411206A398}" type="sibTrans" cxnId="{D7B33A47-549F-9F48-8AE8-89B93E0EF01B}">
      <dgm:prSet/>
      <dgm:spPr/>
      <dgm:t>
        <a:bodyPr/>
        <a:lstStyle/>
        <a:p>
          <a:endParaRPr lang="en-US"/>
        </a:p>
      </dgm:t>
    </dgm:pt>
    <dgm:pt modelId="{D7FF0505-92D5-5845-8C42-26EE5371492A}">
      <dgm:prSet phldrT="[Text]"/>
      <dgm:spPr/>
      <dgm:t>
        <a:bodyPr/>
        <a:lstStyle/>
        <a:p>
          <a:r>
            <a:rPr lang="en-US" dirty="0"/>
            <a:t>No Depression</a:t>
          </a:r>
        </a:p>
        <a:p>
          <a:r>
            <a:rPr lang="en-US" dirty="0"/>
            <a:t>(77%)</a:t>
          </a:r>
        </a:p>
      </dgm:t>
    </dgm:pt>
    <dgm:pt modelId="{A91287EE-91C7-8F4B-A313-FCAF4852FB17}" type="parTrans" cxnId="{5BFDDA66-7170-6B4F-ADAD-B27672E7DF21}">
      <dgm:prSet/>
      <dgm:spPr/>
      <dgm:t>
        <a:bodyPr/>
        <a:lstStyle/>
        <a:p>
          <a:endParaRPr lang="en-US"/>
        </a:p>
      </dgm:t>
    </dgm:pt>
    <dgm:pt modelId="{CAC6F734-7FC0-E54B-9BB0-07982EC0F150}" type="sibTrans" cxnId="{5BFDDA66-7170-6B4F-ADAD-B27672E7DF21}">
      <dgm:prSet/>
      <dgm:spPr/>
      <dgm:t>
        <a:bodyPr/>
        <a:lstStyle/>
        <a:p>
          <a:endParaRPr lang="en-US"/>
        </a:p>
      </dgm:t>
    </dgm:pt>
    <dgm:pt modelId="{D238D083-AC2D-8D40-8622-893E12E5FCF2}">
      <dgm:prSet phldrT="[Text]"/>
      <dgm:spPr/>
      <dgm:t>
        <a:bodyPr/>
        <a:lstStyle/>
        <a:p>
          <a:r>
            <a:rPr lang="en-US" dirty="0"/>
            <a:t>Depression</a:t>
          </a:r>
        </a:p>
        <a:p>
          <a:r>
            <a:rPr lang="en-US" dirty="0"/>
            <a:t>(11%)</a:t>
          </a:r>
        </a:p>
      </dgm:t>
    </dgm:pt>
    <dgm:pt modelId="{9FFB8D0C-5D8D-A54F-AA23-43BA58E13957}" type="parTrans" cxnId="{6F717FEC-6264-1B49-8AA9-A99B87C46A45}">
      <dgm:prSet/>
      <dgm:spPr/>
      <dgm:t>
        <a:bodyPr/>
        <a:lstStyle/>
        <a:p>
          <a:endParaRPr lang="en-US"/>
        </a:p>
      </dgm:t>
    </dgm:pt>
    <dgm:pt modelId="{7AC23018-90F1-4F45-AC70-8590F7A81C18}" type="sibTrans" cxnId="{6F717FEC-6264-1B49-8AA9-A99B87C46A45}">
      <dgm:prSet/>
      <dgm:spPr/>
      <dgm:t>
        <a:bodyPr/>
        <a:lstStyle/>
        <a:p>
          <a:endParaRPr lang="en-US"/>
        </a:p>
      </dgm:t>
    </dgm:pt>
    <dgm:pt modelId="{90EDD8AE-3EE5-8945-80E1-1DA0A9AA3E25}">
      <dgm:prSet phldrT="[Text]"/>
      <dgm:spPr/>
      <dgm:t>
        <a:bodyPr/>
        <a:lstStyle/>
        <a:p>
          <a:r>
            <a:rPr lang="en-US" dirty="0"/>
            <a:t>No Depression</a:t>
          </a:r>
        </a:p>
        <a:p>
          <a:r>
            <a:rPr lang="en-US" dirty="0"/>
            <a:t>(12%)</a:t>
          </a:r>
        </a:p>
      </dgm:t>
    </dgm:pt>
    <dgm:pt modelId="{B187BCB6-89ED-6747-B34D-AE746DED10B5}" type="parTrans" cxnId="{EE269600-78DF-D041-9077-E909E656B6EC}">
      <dgm:prSet/>
      <dgm:spPr/>
      <dgm:t>
        <a:bodyPr/>
        <a:lstStyle/>
        <a:p>
          <a:endParaRPr lang="en-US"/>
        </a:p>
      </dgm:t>
    </dgm:pt>
    <dgm:pt modelId="{4E7217F9-D617-8242-ACF9-66D1D7A8DB32}" type="sibTrans" cxnId="{EE269600-78DF-D041-9077-E909E656B6EC}">
      <dgm:prSet/>
      <dgm:spPr/>
      <dgm:t>
        <a:bodyPr/>
        <a:lstStyle/>
        <a:p>
          <a:endParaRPr lang="en-US"/>
        </a:p>
      </dgm:t>
    </dgm:pt>
    <dgm:pt modelId="{FE203C43-0397-5641-B440-908474CF6BA0}">
      <dgm:prSet phldrT="[Text]"/>
      <dgm:spPr/>
      <dgm:t>
        <a:bodyPr/>
        <a:lstStyle/>
        <a:p>
          <a:r>
            <a:rPr lang="en-US" dirty="0"/>
            <a:t>Depression</a:t>
          </a:r>
        </a:p>
        <a:p>
          <a:r>
            <a:rPr lang="en-US" dirty="0"/>
            <a:t>(8%)</a:t>
          </a:r>
        </a:p>
      </dgm:t>
    </dgm:pt>
    <dgm:pt modelId="{ADA58918-6C14-954A-A082-0CEA2D61206F}" type="parTrans" cxnId="{2DF5274C-268D-2F4E-845F-98370019B278}">
      <dgm:prSet/>
      <dgm:spPr/>
      <dgm:t>
        <a:bodyPr/>
        <a:lstStyle/>
        <a:p>
          <a:endParaRPr lang="en-US"/>
        </a:p>
      </dgm:t>
    </dgm:pt>
    <dgm:pt modelId="{8191346F-692A-6340-ACD0-653918877889}" type="sibTrans" cxnId="{2DF5274C-268D-2F4E-845F-98370019B278}">
      <dgm:prSet/>
      <dgm:spPr/>
      <dgm:t>
        <a:bodyPr/>
        <a:lstStyle/>
        <a:p>
          <a:endParaRPr lang="en-US"/>
        </a:p>
      </dgm:t>
    </dgm:pt>
    <dgm:pt modelId="{F75392F1-0086-B34B-903D-5577B876A274}">
      <dgm:prSet phldrT="[Text]"/>
      <dgm:spPr/>
      <dgm:t>
        <a:bodyPr/>
        <a:lstStyle/>
        <a:p>
          <a:r>
            <a:rPr lang="en-US" dirty="0"/>
            <a:t>No Depression</a:t>
          </a:r>
        </a:p>
        <a:p>
          <a:r>
            <a:rPr lang="en-US" dirty="0"/>
            <a:t>(3%)</a:t>
          </a:r>
        </a:p>
      </dgm:t>
    </dgm:pt>
    <dgm:pt modelId="{A053D9A8-1B1C-0D45-A3FE-6BE45B0637DC}" type="parTrans" cxnId="{492184FB-E205-6D4C-A156-5792A122CF8F}">
      <dgm:prSet/>
      <dgm:spPr/>
      <dgm:t>
        <a:bodyPr/>
        <a:lstStyle/>
        <a:p>
          <a:endParaRPr lang="en-US"/>
        </a:p>
      </dgm:t>
    </dgm:pt>
    <dgm:pt modelId="{396A43B8-A369-2940-905E-01923CFD224D}" type="sibTrans" cxnId="{492184FB-E205-6D4C-A156-5792A122CF8F}">
      <dgm:prSet/>
      <dgm:spPr/>
      <dgm:t>
        <a:bodyPr/>
        <a:lstStyle/>
        <a:p>
          <a:endParaRPr lang="en-US"/>
        </a:p>
      </dgm:t>
    </dgm:pt>
    <dgm:pt modelId="{4640C1E4-8F80-5742-B2B0-D5C486FEAF14}">
      <dgm:prSet phldrT="[Text]"/>
      <dgm:spPr/>
      <dgm:t>
        <a:bodyPr/>
        <a:lstStyle/>
        <a:p>
          <a:r>
            <a:rPr lang="en-US" dirty="0"/>
            <a:t>Depression</a:t>
          </a:r>
        </a:p>
        <a:p>
          <a:r>
            <a:rPr lang="en-US" dirty="0"/>
            <a:t>(3%)</a:t>
          </a:r>
        </a:p>
      </dgm:t>
    </dgm:pt>
    <dgm:pt modelId="{F5ABB958-ADD6-844E-8AAC-7F84FF61CE78}" type="parTrans" cxnId="{625292FC-B6AF-084B-A32D-1271B73D278E}">
      <dgm:prSet/>
      <dgm:spPr/>
      <dgm:t>
        <a:bodyPr/>
        <a:lstStyle/>
        <a:p>
          <a:endParaRPr lang="en-US"/>
        </a:p>
      </dgm:t>
    </dgm:pt>
    <dgm:pt modelId="{DEDBBA97-1192-3248-9D47-8B4C42FBE33E}" type="sibTrans" cxnId="{625292FC-B6AF-084B-A32D-1271B73D278E}">
      <dgm:prSet/>
      <dgm:spPr/>
      <dgm:t>
        <a:bodyPr/>
        <a:lstStyle/>
        <a:p>
          <a:endParaRPr lang="en-US"/>
        </a:p>
      </dgm:t>
    </dgm:pt>
    <dgm:pt modelId="{CE163051-2624-9847-83D1-231631005E55}">
      <dgm:prSet phldrT="[Text]"/>
      <dgm:spPr/>
      <dgm:t>
        <a:bodyPr/>
        <a:lstStyle/>
        <a:p>
          <a:r>
            <a:rPr lang="en-US" dirty="0"/>
            <a:t>No Depression</a:t>
          </a:r>
        </a:p>
        <a:p>
          <a:r>
            <a:rPr lang="en-US" dirty="0"/>
            <a:t>(9%)</a:t>
          </a:r>
        </a:p>
      </dgm:t>
    </dgm:pt>
    <dgm:pt modelId="{02F22403-1040-E147-B929-91FBFB629467}" type="parTrans" cxnId="{0A17C394-37D4-5246-A66A-FB824103E3AC}">
      <dgm:prSet/>
      <dgm:spPr/>
      <dgm:t>
        <a:bodyPr/>
        <a:lstStyle/>
        <a:p>
          <a:endParaRPr lang="en-US"/>
        </a:p>
      </dgm:t>
    </dgm:pt>
    <dgm:pt modelId="{1D64C5B2-365B-ED4C-8B77-0298DB2E85B7}" type="sibTrans" cxnId="{0A17C394-37D4-5246-A66A-FB824103E3AC}">
      <dgm:prSet/>
      <dgm:spPr/>
      <dgm:t>
        <a:bodyPr/>
        <a:lstStyle/>
        <a:p>
          <a:endParaRPr lang="en-US"/>
        </a:p>
      </dgm:t>
    </dgm:pt>
    <dgm:pt modelId="{6A61B639-E072-F14B-8E79-B63F3E282315}">
      <dgm:prSet phldrT="[Text]"/>
      <dgm:spPr/>
      <dgm:t>
        <a:bodyPr/>
        <a:lstStyle/>
        <a:p>
          <a:r>
            <a:rPr lang="en-US" dirty="0"/>
            <a:t>Depression</a:t>
          </a:r>
        </a:p>
        <a:p>
          <a:r>
            <a:rPr lang="en-US" dirty="0"/>
            <a:t>(10%)</a:t>
          </a:r>
        </a:p>
      </dgm:t>
    </dgm:pt>
    <dgm:pt modelId="{BC0B8549-9A68-5C43-BEF6-C078AC871F59}" type="parTrans" cxnId="{22498D5B-9314-BC46-9A84-DF9C5F5F382F}">
      <dgm:prSet/>
      <dgm:spPr/>
      <dgm:t>
        <a:bodyPr/>
        <a:lstStyle/>
        <a:p>
          <a:endParaRPr lang="en-US"/>
        </a:p>
      </dgm:t>
    </dgm:pt>
    <dgm:pt modelId="{A8769F09-FC28-B941-A0CC-86D390CB8B30}" type="sibTrans" cxnId="{22498D5B-9314-BC46-9A84-DF9C5F5F382F}">
      <dgm:prSet/>
      <dgm:spPr/>
      <dgm:t>
        <a:bodyPr/>
        <a:lstStyle/>
        <a:p>
          <a:endParaRPr lang="en-US"/>
        </a:p>
      </dgm:t>
    </dgm:pt>
    <dgm:pt modelId="{3527A5BF-EFFD-5547-B658-887366A70139}">
      <dgm:prSet phldrT="[Text]"/>
      <dgm:spPr/>
      <dgm:t>
        <a:bodyPr/>
        <a:lstStyle/>
        <a:p>
          <a:r>
            <a:rPr lang="en-US" dirty="0"/>
            <a:t>Depression</a:t>
          </a:r>
        </a:p>
        <a:p>
          <a:r>
            <a:rPr lang="en-US" dirty="0"/>
            <a:t>(5%)</a:t>
          </a:r>
        </a:p>
      </dgm:t>
    </dgm:pt>
    <dgm:pt modelId="{2ADA2F4C-D522-644E-95B9-49035F41CF1F}" type="parTrans" cxnId="{100A00F4-E559-6F4C-A74A-544FF1A97452}">
      <dgm:prSet/>
      <dgm:spPr/>
      <dgm:t>
        <a:bodyPr/>
        <a:lstStyle/>
        <a:p>
          <a:endParaRPr lang="en-US"/>
        </a:p>
      </dgm:t>
    </dgm:pt>
    <dgm:pt modelId="{F9BC2895-2AFA-7543-8A8B-07D95631B836}" type="sibTrans" cxnId="{100A00F4-E559-6F4C-A74A-544FF1A97452}">
      <dgm:prSet/>
      <dgm:spPr/>
      <dgm:t>
        <a:bodyPr/>
        <a:lstStyle/>
        <a:p>
          <a:endParaRPr lang="en-US"/>
        </a:p>
      </dgm:t>
    </dgm:pt>
    <dgm:pt modelId="{8DBC8D5C-862C-204B-AE06-8E1AEA50289B}">
      <dgm:prSet phldrT="[Text]"/>
      <dgm:spPr/>
      <dgm:t>
        <a:bodyPr/>
        <a:lstStyle/>
        <a:p>
          <a:r>
            <a:rPr lang="en-US" dirty="0"/>
            <a:t>No Depression</a:t>
          </a:r>
        </a:p>
        <a:p>
          <a:r>
            <a:rPr lang="en-US" dirty="0"/>
            <a:t>(5%)</a:t>
          </a:r>
        </a:p>
      </dgm:t>
    </dgm:pt>
    <dgm:pt modelId="{BD65E8B2-5C4A-3A43-807E-802838529358}" type="parTrans" cxnId="{85411645-EE48-3A43-A940-C7CDD9E8E9B0}">
      <dgm:prSet/>
      <dgm:spPr/>
      <dgm:t>
        <a:bodyPr/>
        <a:lstStyle/>
        <a:p>
          <a:endParaRPr lang="en-US"/>
        </a:p>
      </dgm:t>
    </dgm:pt>
    <dgm:pt modelId="{94FF8175-6B50-8A4C-AA2D-CE1E26EB78AB}" type="sibTrans" cxnId="{85411645-EE48-3A43-A940-C7CDD9E8E9B0}">
      <dgm:prSet/>
      <dgm:spPr/>
      <dgm:t>
        <a:bodyPr/>
        <a:lstStyle/>
        <a:p>
          <a:endParaRPr lang="en-US"/>
        </a:p>
      </dgm:t>
    </dgm:pt>
    <dgm:pt modelId="{2DC2CF56-612B-9041-A747-94D90D94652F}">
      <dgm:prSet phldrT="[Text]"/>
      <dgm:spPr/>
      <dgm:t>
        <a:bodyPr/>
        <a:lstStyle/>
        <a:p>
          <a:r>
            <a:rPr lang="en-US" dirty="0"/>
            <a:t>No Depression</a:t>
          </a:r>
        </a:p>
        <a:p>
          <a:r>
            <a:rPr lang="en-US" dirty="0"/>
            <a:t>(67%)</a:t>
          </a:r>
        </a:p>
      </dgm:t>
    </dgm:pt>
    <dgm:pt modelId="{9732CC87-50DE-5945-A5C9-2475D372904F}" type="parTrans" cxnId="{2346E849-119C-7D44-8073-DED00C77106E}">
      <dgm:prSet/>
      <dgm:spPr/>
      <dgm:t>
        <a:bodyPr/>
        <a:lstStyle/>
        <a:p>
          <a:endParaRPr lang="en-US"/>
        </a:p>
      </dgm:t>
    </dgm:pt>
    <dgm:pt modelId="{00D2F5DA-93BD-3445-A778-704C261D2D60}" type="sibTrans" cxnId="{2346E849-119C-7D44-8073-DED00C77106E}">
      <dgm:prSet/>
      <dgm:spPr/>
      <dgm:t>
        <a:bodyPr/>
        <a:lstStyle/>
        <a:p>
          <a:endParaRPr lang="en-US"/>
        </a:p>
      </dgm:t>
    </dgm:pt>
    <dgm:pt modelId="{A104B248-E717-024D-B6C1-2BCC5E1E691C}">
      <dgm:prSet phldrT="[Text]"/>
      <dgm:spPr/>
      <dgm:t>
        <a:bodyPr/>
        <a:lstStyle/>
        <a:p>
          <a:r>
            <a:rPr lang="en-US" dirty="0"/>
            <a:t>Depression</a:t>
          </a:r>
        </a:p>
        <a:p>
          <a:r>
            <a:rPr lang="en-US" dirty="0"/>
            <a:t>(9%)</a:t>
          </a:r>
        </a:p>
      </dgm:t>
    </dgm:pt>
    <dgm:pt modelId="{464F4375-2A1B-5B43-BA99-8811ED2A7C2F}" type="parTrans" cxnId="{9A439E41-84CD-2A4E-9C3A-BB52873F2C79}">
      <dgm:prSet/>
      <dgm:spPr/>
      <dgm:t>
        <a:bodyPr/>
        <a:lstStyle/>
        <a:p>
          <a:endParaRPr lang="en-US"/>
        </a:p>
      </dgm:t>
    </dgm:pt>
    <dgm:pt modelId="{8B3A0BDC-A36D-6F4F-A3B2-CB521E6B650F}" type="sibTrans" cxnId="{9A439E41-84CD-2A4E-9C3A-BB52873F2C79}">
      <dgm:prSet/>
      <dgm:spPr/>
      <dgm:t>
        <a:bodyPr/>
        <a:lstStyle/>
        <a:p>
          <a:endParaRPr lang="en-US"/>
        </a:p>
      </dgm:t>
    </dgm:pt>
    <dgm:pt modelId="{981FD3FF-4FDC-7348-A735-7839BFBC1AD0}">
      <dgm:prSet phldrT="[Text]"/>
      <dgm:spPr/>
      <dgm:t>
        <a:bodyPr/>
        <a:lstStyle/>
        <a:p>
          <a:r>
            <a:rPr lang="en-US" dirty="0"/>
            <a:t>No Depression</a:t>
          </a:r>
        </a:p>
        <a:p>
          <a:r>
            <a:rPr lang="en-US" dirty="0"/>
            <a:t>(58%)</a:t>
          </a:r>
        </a:p>
      </dgm:t>
    </dgm:pt>
    <dgm:pt modelId="{7FAF605B-3831-5A4D-9279-CCD2B1E6BCD3}" type="parTrans" cxnId="{DB2473AD-4031-864C-858C-DE2C13049547}">
      <dgm:prSet/>
      <dgm:spPr/>
      <dgm:t>
        <a:bodyPr/>
        <a:lstStyle/>
        <a:p>
          <a:endParaRPr lang="en-US"/>
        </a:p>
      </dgm:t>
    </dgm:pt>
    <dgm:pt modelId="{F5055F0B-AAFD-F24F-B3A0-CEE64F5D9DF5}" type="sibTrans" cxnId="{DB2473AD-4031-864C-858C-DE2C13049547}">
      <dgm:prSet/>
      <dgm:spPr/>
      <dgm:t>
        <a:bodyPr/>
        <a:lstStyle/>
        <a:p>
          <a:endParaRPr lang="en-US"/>
        </a:p>
      </dgm:t>
    </dgm:pt>
    <dgm:pt modelId="{0A2B7D45-B81C-EB4E-9E56-C9D599C1EA4C}" type="pres">
      <dgm:prSet presAssocID="{AC88FA02-E26C-654B-81CF-5BA45261280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446597E-B77D-294B-AD4A-3802890103A9}" type="pres">
      <dgm:prSet presAssocID="{F4E2081F-63DB-054C-8E05-01457DA4834C}" presName="root1" presStyleCnt="0"/>
      <dgm:spPr/>
    </dgm:pt>
    <dgm:pt modelId="{2E5FC662-F01F-564C-898F-394F93CB760D}" type="pres">
      <dgm:prSet presAssocID="{F4E2081F-63DB-054C-8E05-01457DA4834C}" presName="LevelOneTextNode" presStyleLbl="node0" presStyleIdx="0" presStyleCnt="2" custScaleY="120692" custLinFactX="-85772" custLinFactNeighborX="-100000" custLinFactNeighborY="-4733">
        <dgm:presLayoutVars>
          <dgm:chPref val="3"/>
        </dgm:presLayoutVars>
      </dgm:prSet>
      <dgm:spPr/>
    </dgm:pt>
    <dgm:pt modelId="{A5FD2A97-E3D1-5646-99B1-46503C3ADCE3}" type="pres">
      <dgm:prSet presAssocID="{F4E2081F-63DB-054C-8E05-01457DA4834C}" presName="level2hierChild" presStyleCnt="0"/>
      <dgm:spPr/>
    </dgm:pt>
    <dgm:pt modelId="{4A8F173B-B647-7A41-86BE-25DBD6786A22}" type="pres">
      <dgm:prSet presAssocID="{9FFB8D0C-5D8D-A54F-AA23-43BA58E13957}" presName="conn2-1" presStyleLbl="parChTrans1D2" presStyleIdx="0" presStyleCnt="4"/>
      <dgm:spPr/>
    </dgm:pt>
    <dgm:pt modelId="{0D7CBDA5-C626-AB44-A9E0-E59EA3DAB988}" type="pres">
      <dgm:prSet presAssocID="{9FFB8D0C-5D8D-A54F-AA23-43BA58E13957}" presName="connTx" presStyleLbl="parChTrans1D2" presStyleIdx="0" presStyleCnt="4"/>
      <dgm:spPr/>
    </dgm:pt>
    <dgm:pt modelId="{5B50D4CE-8831-DF43-8A22-11FB9A2CD855}" type="pres">
      <dgm:prSet presAssocID="{D238D083-AC2D-8D40-8622-893E12E5FCF2}" presName="root2" presStyleCnt="0"/>
      <dgm:spPr/>
    </dgm:pt>
    <dgm:pt modelId="{896D4C72-30F4-FF48-853D-1049BFE01D2C}" type="pres">
      <dgm:prSet presAssocID="{D238D083-AC2D-8D40-8622-893E12E5FCF2}" presName="LevelTwoTextNode" presStyleLbl="node2" presStyleIdx="0" presStyleCnt="4">
        <dgm:presLayoutVars>
          <dgm:chPref val="3"/>
        </dgm:presLayoutVars>
      </dgm:prSet>
      <dgm:spPr/>
    </dgm:pt>
    <dgm:pt modelId="{9B5822D3-691A-2A45-BE9D-4E33DBA4470E}" type="pres">
      <dgm:prSet presAssocID="{D238D083-AC2D-8D40-8622-893E12E5FCF2}" presName="level3hierChild" presStyleCnt="0"/>
      <dgm:spPr/>
    </dgm:pt>
    <dgm:pt modelId="{DE37681E-BED7-684E-AC4B-8B3792C35BF1}" type="pres">
      <dgm:prSet presAssocID="{ADA58918-6C14-954A-A082-0CEA2D61206F}" presName="conn2-1" presStyleLbl="parChTrans1D3" presStyleIdx="0" presStyleCnt="8"/>
      <dgm:spPr/>
    </dgm:pt>
    <dgm:pt modelId="{97049DFB-0807-D744-9371-357846179C70}" type="pres">
      <dgm:prSet presAssocID="{ADA58918-6C14-954A-A082-0CEA2D61206F}" presName="connTx" presStyleLbl="parChTrans1D3" presStyleIdx="0" presStyleCnt="8"/>
      <dgm:spPr/>
    </dgm:pt>
    <dgm:pt modelId="{4529E655-EF0E-6D47-8FAA-4E87558B9394}" type="pres">
      <dgm:prSet presAssocID="{FE203C43-0397-5641-B440-908474CF6BA0}" presName="root2" presStyleCnt="0"/>
      <dgm:spPr/>
    </dgm:pt>
    <dgm:pt modelId="{B1C9D90C-1896-AB48-8AE1-1708F95E90D7}" type="pres">
      <dgm:prSet presAssocID="{FE203C43-0397-5641-B440-908474CF6BA0}" presName="LevelTwoTextNode" presStyleLbl="node3" presStyleIdx="0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E82127B4-FA18-DB47-90EA-BE73AF10D416}" type="pres">
      <dgm:prSet presAssocID="{FE203C43-0397-5641-B440-908474CF6BA0}" presName="level3hierChild" presStyleCnt="0"/>
      <dgm:spPr/>
    </dgm:pt>
    <dgm:pt modelId="{B0F47049-9A2A-E145-AAB8-864E8AA8D5DA}" type="pres">
      <dgm:prSet presAssocID="{A053D9A8-1B1C-0D45-A3FE-6BE45B0637DC}" presName="conn2-1" presStyleLbl="parChTrans1D3" presStyleIdx="1" presStyleCnt="8"/>
      <dgm:spPr/>
    </dgm:pt>
    <dgm:pt modelId="{E4F23EF9-12CA-D945-926B-177F3D39605F}" type="pres">
      <dgm:prSet presAssocID="{A053D9A8-1B1C-0D45-A3FE-6BE45B0637DC}" presName="connTx" presStyleLbl="parChTrans1D3" presStyleIdx="1" presStyleCnt="8"/>
      <dgm:spPr/>
    </dgm:pt>
    <dgm:pt modelId="{48698FCD-74C6-1C42-B232-0905A9E56745}" type="pres">
      <dgm:prSet presAssocID="{F75392F1-0086-B34B-903D-5577B876A274}" presName="root2" presStyleCnt="0"/>
      <dgm:spPr/>
    </dgm:pt>
    <dgm:pt modelId="{660C7D95-FDDA-B043-A878-982736C48441}" type="pres">
      <dgm:prSet presAssocID="{F75392F1-0086-B34B-903D-5577B876A274}" presName="LevelTwoTextNode" presStyleLbl="node3" presStyleIdx="1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A8F0CA44-6FC0-4042-A602-62504BA7EE2B}" type="pres">
      <dgm:prSet presAssocID="{F75392F1-0086-B34B-903D-5577B876A274}" presName="level3hierChild" presStyleCnt="0"/>
      <dgm:spPr/>
    </dgm:pt>
    <dgm:pt modelId="{075242B2-B3A3-8B40-8050-9908343CAEF6}" type="pres">
      <dgm:prSet presAssocID="{B187BCB6-89ED-6747-B34D-AE746DED10B5}" presName="conn2-1" presStyleLbl="parChTrans1D2" presStyleIdx="1" presStyleCnt="4"/>
      <dgm:spPr/>
    </dgm:pt>
    <dgm:pt modelId="{3F7963CF-D28D-F247-B38F-05140F8A49E8}" type="pres">
      <dgm:prSet presAssocID="{B187BCB6-89ED-6747-B34D-AE746DED10B5}" presName="connTx" presStyleLbl="parChTrans1D2" presStyleIdx="1" presStyleCnt="4"/>
      <dgm:spPr/>
    </dgm:pt>
    <dgm:pt modelId="{012BF84D-2D7E-1E45-91D8-3FF026860D07}" type="pres">
      <dgm:prSet presAssocID="{90EDD8AE-3EE5-8945-80E1-1DA0A9AA3E25}" presName="root2" presStyleCnt="0"/>
      <dgm:spPr/>
    </dgm:pt>
    <dgm:pt modelId="{4915C9F8-0459-0C47-A384-D827DE26DDB9}" type="pres">
      <dgm:prSet presAssocID="{90EDD8AE-3EE5-8945-80E1-1DA0A9AA3E25}" presName="LevelTwoTextNode" presStyleLbl="node2" presStyleIdx="1" presStyleCnt="4">
        <dgm:presLayoutVars>
          <dgm:chPref val="3"/>
        </dgm:presLayoutVars>
      </dgm:prSet>
      <dgm:spPr/>
    </dgm:pt>
    <dgm:pt modelId="{63A84559-FA0F-1D4C-A0D4-38051DB9E924}" type="pres">
      <dgm:prSet presAssocID="{90EDD8AE-3EE5-8945-80E1-1DA0A9AA3E25}" presName="level3hierChild" presStyleCnt="0"/>
      <dgm:spPr/>
    </dgm:pt>
    <dgm:pt modelId="{FB5A3570-B08A-7F4D-9F40-D6F646F5D27D}" type="pres">
      <dgm:prSet presAssocID="{F5ABB958-ADD6-844E-8AAC-7F84FF61CE78}" presName="conn2-1" presStyleLbl="parChTrans1D3" presStyleIdx="2" presStyleCnt="8"/>
      <dgm:spPr/>
    </dgm:pt>
    <dgm:pt modelId="{DACD119E-E0D6-834D-8412-F957A4CCEE37}" type="pres">
      <dgm:prSet presAssocID="{F5ABB958-ADD6-844E-8AAC-7F84FF61CE78}" presName="connTx" presStyleLbl="parChTrans1D3" presStyleIdx="2" presStyleCnt="8"/>
      <dgm:spPr/>
    </dgm:pt>
    <dgm:pt modelId="{18EFD333-3BBA-874F-975A-5E7F4880430A}" type="pres">
      <dgm:prSet presAssocID="{4640C1E4-8F80-5742-B2B0-D5C486FEAF14}" presName="root2" presStyleCnt="0"/>
      <dgm:spPr/>
    </dgm:pt>
    <dgm:pt modelId="{329B4990-3DCB-0B41-AE65-1385FBF540C0}" type="pres">
      <dgm:prSet presAssocID="{4640C1E4-8F80-5742-B2B0-D5C486FEAF14}" presName="LevelTwoTextNode" presStyleLbl="node3" presStyleIdx="2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24552897-AEE0-EF48-AA4A-9400AD0D51B9}" type="pres">
      <dgm:prSet presAssocID="{4640C1E4-8F80-5742-B2B0-D5C486FEAF14}" presName="level3hierChild" presStyleCnt="0"/>
      <dgm:spPr/>
    </dgm:pt>
    <dgm:pt modelId="{25EE9E64-36F1-AC49-9054-9C6C54E3993A}" type="pres">
      <dgm:prSet presAssocID="{02F22403-1040-E147-B929-91FBFB629467}" presName="conn2-1" presStyleLbl="parChTrans1D3" presStyleIdx="3" presStyleCnt="8"/>
      <dgm:spPr/>
    </dgm:pt>
    <dgm:pt modelId="{4C80AD50-C00F-0D4D-AEF9-4D24E0E59F44}" type="pres">
      <dgm:prSet presAssocID="{02F22403-1040-E147-B929-91FBFB629467}" presName="connTx" presStyleLbl="parChTrans1D3" presStyleIdx="3" presStyleCnt="8"/>
      <dgm:spPr/>
    </dgm:pt>
    <dgm:pt modelId="{97CF9F0F-4BDC-904B-8698-5A654B8F002F}" type="pres">
      <dgm:prSet presAssocID="{CE163051-2624-9847-83D1-231631005E55}" presName="root2" presStyleCnt="0"/>
      <dgm:spPr/>
    </dgm:pt>
    <dgm:pt modelId="{8FA60B2A-AFF2-F144-931B-543F6C001782}" type="pres">
      <dgm:prSet presAssocID="{CE163051-2624-9847-83D1-231631005E55}" presName="LevelTwoTextNode" presStyleLbl="node3" presStyleIdx="3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6FFB2872-B6D9-DD45-BADE-77F8192757BA}" type="pres">
      <dgm:prSet presAssocID="{CE163051-2624-9847-83D1-231631005E55}" presName="level3hierChild" presStyleCnt="0"/>
      <dgm:spPr/>
    </dgm:pt>
    <dgm:pt modelId="{296EABEF-2B83-064B-BA99-7D4BFF34BB53}" type="pres">
      <dgm:prSet presAssocID="{D7FF0505-92D5-5845-8C42-26EE5371492A}" presName="root1" presStyleCnt="0"/>
      <dgm:spPr/>
    </dgm:pt>
    <dgm:pt modelId="{B42D8C23-0A95-6F41-A643-05DCA24DA714}" type="pres">
      <dgm:prSet presAssocID="{D7FF0505-92D5-5845-8C42-26EE5371492A}" presName="LevelOneTextNode" presStyleLbl="node0" presStyleIdx="1" presStyleCnt="2" custScaleY="120692" custLinFactX="-85772" custLinFactNeighborX="-100000" custLinFactNeighborY="-4733">
        <dgm:presLayoutVars>
          <dgm:chPref val="3"/>
        </dgm:presLayoutVars>
      </dgm:prSet>
      <dgm:spPr/>
    </dgm:pt>
    <dgm:pt modelId="{D4E52834-C9CC-824B-9910-FEC106063219}" type="pres">
      <dgm:prSet presAssocID="{D7FF0505-92D5-5845-8C42-26EE5371492A}" presName="level2hierChild" presStyleCnt="0"/>
      <dgm:spPr/>
    </dgm:pt>
    <dgm:pt modelId="{1D53ED84-5BCF-A345-82EA-FC755FFC04E4}" type="pres">
      <dgm:prSet presAssocID="{BC0B8549-9A68-5C43-BEF6-C078AC871F59}" presName="conn2-1" presStyleLbl="parChTrans1D2" presStyleIdx="2" presStyleCnt="4"/>
      <dgm:spPr/>
    </dgm:pt>
    <dgm:pt modelId="{CFA014F1-A21D-5F4E-9684-701C118B5AD3}" type="pres">
      <dgm:prSet presAssocID="{BC0B8549-9A68-5C43-BEF6-C078AC871F59}" presName="connTx" presStyleLbl="parChTrans1D2" presStyleIdx="2" presStyleCnt="4"/>
      <dgm:spPr/>
    </dgm:pt>
    <dgm:pt modelId="{AC6190D1-DF4C-5147-8BF9-683A56AE9E89}" type="pres">
      <dgm:prSet presAssocID="{6A61B639-E072-F14B-8E79-B63F3E282315}" presName="root2" presStyleCnt="0"/>
      <dgm:spPr/>
    </dgm:pt>
    <dgm:pt modelId="{08FB15AD-8641-2048-90BC-187BB0959AC8}" type="pres">
      <dgm:prSet presAssocID="{6A61B639-E072-F14B-8E79-B63F3E282315}" presName="LevelTwoTextNode" presStyleLbl="node2" presStyleIdx="2" presStyleCnt="4">
        <dgm:presLayoutVars>
          <dgm:chPref val="3"/>
        </dgm:presLayoutVars>
      </dgm:prSet>
      <dgm:spPr/>
    </dgm:pt>
    <dgm:pt modelId="{1FE24A96-1C24-EF48-8F7E-E964F17BA9A6}" type="pres">
      <dgm:prSet presAssocID="{6A61B639-E072-F14B-8E79-B63F3E282315}" presName="level3hierChild" presStyleCnt="0"/>
      <dgm:spPr/>
    </dgm:pt>
    <dgm:pt modelId="{C43E5C8D-3C1B-4D4C-B3BC-CCB015EF3C93}" type="pres">
      <dgm:prSet presAssocID="{2ADA2F4C-D522-644E-95B9-49035F41CF1F}" presName="conn2-1" presStyleLbl="parChTrans1D3" presStyleIdx="4" presStyleCnt="8"/>
      <dgm:spPr/>
    </dgm:pt>
    <dgm:pt modelId="{9DD967A3-BBC2-E448-AB4E-66CDEFD21360}" type="pres">
      <dgm:prSet presAssocID="{2ADA2F4C-D522-644E-95B9-49035F41CF1F}" presName="connTx" presStyleLbl="parChTrans1D3" presStyleIdx="4" presStyleCnt="8"/>
      <dgm:spPr/>
    </dgm:pt>
    <dgm:pt modelId="{028B7817-ECC8-754F-BA2E-4A7AA91C94E6}" type="pres">
      <dgm:prSet presAssocID="{3527A5BF-EFFD-5547-B658-887366A70139}" presName="root2" presStyleCnt="0"/>
      <dgm:spPr/>
    </dgm:pt>
    <dgm:pt modelId="{B3882E92-45C7-5E4F-875E-0D0594DC9FA3}" type="pres">
      <dgm:prSet presAssocID="{3527A5BF-EFFD-5547-B658-887366A70139}" presName="LevelTwoTextNode" presStyleLbl="node3" presStyleIdx="4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A2192A59-FF89-8642-8394-9CDC30227BFD}" type="pres">
      <dgm:prSet presAssocID="{3527A5BF-EFFD-5547-B658-887366A70139}" presName="level3hierChild" presStyleCnt="0"/>
      <dgm:spPr/>
    </dgm:pt>
    <dgm:pt modelId="{49B99774-E821-324B-ADA8-718775DC50C0}" type="pres">
      <dgm:prSet presAssocID="{BD65E8B2-5C4A-3A43-807E-802838529358}" presName="conn2-1" presStyleLbl="parChTrans1D3" presStyleIdx="5" presStyleCnt="8"/>
      <dgm:spPr/>
    </dgm:pt>
    <dgm:pt modelId="{3E133CE1-6788-B242-8239-D51D0D3C98B2}" type="pres">
      <dgm:prSet presAssocID="{BD65E8B2-5C4A-3A43-807E-802838529358}" presName="connTx" presStyleLbl="parChTrans1D3" presStyleIdx="5" presStyleCnt="8"/>
      <dgm:spPr/>
    </dgm:pt>
    <dgm:pt modelId="{34C4B65F-CFDC-4B46-B91F-B153F7290042}" type="pres">
      <dgm:prSet presAssocID="{8DBC8D5C-862C-204B-AE06-8E1AEA50289B}" presName="root2" presStyleCnt="0"/>
      <dgm:spPr/>
    </dgm:pt>
    <dgm:pt modelId="{CC4BD005-3731-C24A-B67B-0732358B31D6}" type="pres">
      <dgm:prSet presAssocID="{8DBC8D5C-862C-204B-AE06-8E1AEA50289B}" presName="LevelTwoTextNode" presStyleLbl="node3" presStyleIdx="5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98E728FE-9909-B545-AE33-B14CF78B62E7}" type="pres">
      <dgm:prSet presAssocID="{8DBC8D5C-862C-204B-AE06-8E1AEA50289B}" presName="level3hierChild" presStyleCnt="0"/>
      <dgm:spPr/>
    </dgm:pt>
    <dgm:pt modelId="{01807F8B-185B-DA4B-8E22-FEF75220C754}" type="pres">
      <dgm:prSet presAssocID="{9732CC87-50DE-5945-A5C9-2475D372904F}" presName="conn2-1" presStyleLbl="parChTrans1D2" presStyleIdx="3" presStyleCnt="4"/>
      <dgm:spPr/>
    </dgm:pt>
    <dgm:pt modelId="{27B06943-7103-CD46-B78D-1CE2ECFDC367}" type="pres">
      <dgm:prSet presAssocID="{9732CC87-50DE-5945-A5C9-2475D372904F}" presName="connTx" presStyleLbl="parChTrans1D2" presStyleIdx="3" presStyleCnt="4"/>
      <dgm:spPr/>
    </dgm:pt>
    <dgm:pt modelId="{35C340C9-5E38-154E-B9E8-6A2C5951982F}" type="pres">
      <dgm:prSet presAssocID="{2DC2CF56-612B-9041-A747-94D90D94652F}" presName="root2" presStyleCnt="0"/>
      <dgm:spPr/>
    </dgm:pt>
    <dgm:pt modelId="{612D52B8-05F1-2043-9EA1-CC12681D5010}" type="pres">
      <dgm:prSet presAssocID="{2DC2CF56-612B-9041-A747-94D90D94652F}" presName="LevelTwoTextNode" presStyleLbl="node2" presStyleIdx="3" presStyleCnt="4">
        <dgm:presLayoutVars>
          <dgm:chPref val="3"/>
        </dgm:presLayoutVars>
      </dgm:prSet>
      <dgm:spPr/>
    </dgm:pt>
    <dgm:pt modelId="{FC570CD3-3864-6140-944D-33B623293346}" type="pres">
      <dgm:prSet presAssocID="{2DC2CF56-612B-9041-A747-94D90D94652F}" presName="level3hierChild" presStyleCnt="0"/>
      <dgm:spPr/>
    </dgm:pt>
    <dgm:pt modelId="{49C088E2-786D-094D-BA22-F9C00DAE26DC}" type="pres">
      <dgm:prSet presAssocID="{464F4375-2A1B-5B43-BA99-8811ED2A7C2F}" presName="conn2-1" presStyleLbl="parChTrans1D3" presStyleIdx="6" presStyleCnt="8"/>
      <dgm:spPr/>
    </dgm:pt>
    <dgm:pt modelId="{78628FC3-7492-9F42-9B27-71CDE98114F0}" type="pres">
      <dgm:prSet presAssocID="{464F4375-2A1B-5B43-BA99-8811ED2A7C2F}" presName="connTx" presStyleLbl="parChTrans1D3" presStyleIdx="6" presStyleCnt="8"/>
      <dgm:spPr/>
    </dgm:pt>
    <dgm:pt modelId="{6A0131DC-6EB5-C445-A69C-6E4CE6A8369D}" type="pres">
      <dgm:prSet presAssocID="{A104B248-E717-024D-B6C1-2BCC5E1E691C}" presName="root2" presStyleCnt="0"/>
      <dgm:spPr/>
    </dgm:pt>
    <dgm:pt modelId="{3A1D92EF-0638-7549-95B4-062805C956D2}" type="pres">
      <dgm:prSet presAssocID="{A104B248-E717-024D-B6C1-2BCC5E1E691C}" presName="LevelTwoTextNode" presStyleLbl="node3" presStyleIdx="6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45AF0770-7C7E-1645-A0B1-CEF80DFEA651}" type="pres">
      <dgm:prSet presAssocID="{A104B248-E717-024D-B6C1-2BCC5E1E691C}" presName="level3hierChild" presStyleCnt="0"/>
      <dgm:spPr/>
    </dgm:pt>
    <dgm:pt modelId="{05FAEBF8-D47F-9943-A421-8FBE6B400448}" type="pres">
      <dgm:prSet presAssocID="{7FAF605B-3831-5A4D-9279-CCD2B1E6BCD3}" presName="conn2-1" presStyleLbl="parChTrans1D3" presStyleIdx="7" presStyleCnt="8"/>
      <dgm:spPr/>
    </dgm:pt>
    <dgm:pt modelId="{AF3B8ADA-0536-7944-98D7-7A30B8BD2D08}" type="pres">
      <dgm:prSet presAssocID="{7FAF605B-3831-5A4D-9279-CCD2B1E6BCD3}" presName="connTx" presStyleLbl="parChTrans1D3" presStyleIdx="7" presStyleCnt="8"/>
      <dgm:spPr/>
    </dgm:pt>
    <dgm:pt modelId="{1BA615A3-BEC0-D240-88D2-27CACB19706D}" type="pres">
      <dgm:prSet presAssocID="{981FD3FF-4FDC-7348-A735-7839BFBC1AD0}" presName="root2" presStyleCnt="0"/>
      <dgm:spPr/>
    </dgm:pt>
    <dgm:pt modelId="{018AD1AC-D1FC-A640-9CD9-33D5E86EF636}" type="pres">
      <dgm:prSet presAssocID="{981FD3FF-4FDC-7348-A735-7839BFBC1AD0}" presName="LevelTwoTextNode" presStyleLbl="node3" presStyleIdx="7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649AA6F7-8759-EA4D-8331-16634BF3E64C}" type="pres">
      <dgm:prSet presAssocID="{981FD3FF-4FDC-7348-A735-7839BFBC1AD0}" presName="level3hierChild" presStyleCnt="0"/>
      <dgm:spPr/>
    </dgm:pt>
  </dgm:ptLst>
  <dgm:cxnLst>
    <dgm:cxn modelId="{EE269600-78DF-D041-9077-E909E656B6EC}" srcId="{F4E2081F-63DB-054C-8E05-01457DA4834C}" destId="{90EDD8AE-3EE5-8945-80E1-1DA0A9AA3E25}" srcOrd="1" destOrd="0" parTransId="{B187BCB6-89ED-6747-B34D-AE746DED10B5}" sibTransId="{4E7217F9-D617-8242-ACF9-66D1D7A8DB32}"/>
    <dgm:cxn modelId="{7ED9F500-7AE7-5244-B15F-E6CA726A20EC}" type="presOf" srcId="{6A61B639-E072-F14B-8E79-B63F3E282315}" destId="{08FB15AD-8641-2048-90BC-187BB0959AC8}" srcOrd="0" destOrd="0" presId="urn:microsoft.com/office/officeart/2005/8/layout/hierarchy2"/>
    <dgm:cxn modelId="{DC41BA0C-170F-8F45-9267-4C8C0BD711C2}" type="presOf" srcId="{AC88FA02-E26C-654B-81CF-5BA45261280F}" destId="{0A2B7D45-B81C-EB4E-9E56-C9D599C1EA4C}" srcOrd="0" destOrd="0" presId="urn:microsoft.com/office/officeart/2005/8/layout/hierarchy2"/>
    <dgm:cxn modelId="{6513B724-5057-4742-9482-00B6A2624CFE}" type="presOf" srcId="{8DBC8D5C-862C-204B-AE06-8E1AEA50289B}" destId="{CC4BD005-3731-C24A-B67B-0732358B31D6}" srcOrd="0" destOrd="0" presId="urn:microsoft.com/office/officeart/2005/8/layout/hierarchy2"/>
    <dgm:cxn modelId="{099F0926-4852-A945-A4F1-10B87A07A77A}" type="presOf" srcId="{90EDD8AE-3EE5-8945-80E1-1DA0A9AA3E25}" destId="{4915C9F8-0459-0C47-A384-D827DE26DDB9}" srcOrd="0" destOrd="0" presId="urn:microsoft.com/office/officeart/2005/8/layout/hierarchy2"/>
    <dgm:cxn modelId="{87638027-0A06-404F-B3E1-88A0C09FF050}" type="presOf" srcId="{D238D083-AC2D-8D40-8622-893E12E5FCF2}" destId="{896D4C72-30F4-FF48-853D-1049BFE01D2C}" srcOrd="0" destOrd="0" presId="urn:microsoft.com/office/officeart/2005/8/layout/hierarchy2"/>
    <dgm:cxn modelId="{46F04A28-5FBD-FA4E-B309-2A2C3BEB3E5E}" type="presOf" srcId="{02F22403-1040-E147-B929-91FBFB629467}" destId="{25EE9E64-36F1-AC49-9054-9C6C54E3993A}" srcOrd="0" destOrd="0" presId="urn:microsoft.com/office/officeart/2005/8/layout/hierarchy2"/>
    <dgm:cxn modelId="{69F4722B-971C-1B4A-9FB3-6D2069B1790D}" type="presOf" srcId="{BD65E8B2-5C4A-3A43-807E-802838529358}" destId="{49B99774-E821-324B-ADA8-718775DC50C0}" srcOrd="0" destOrd="0" presId="urn:microsoft.com/office/officeart/2005/8/layout/hierarchy2"/>
    <dgm:cxn modelId="{B0597C2D-0EE1-1247-AEF6-4D8015BC46C5}" type="presOf" srcId="{BC0B8549-9A68-5C43-BEF6-C078AC871F59}" destId="{1D53ED84-5BCF-A345-82EA-FC755FFC04E4}" srcOrd="0" destOrd="0" presId="urn:microsoft.com/office/officeart/2005/8/layout/hierarchy2"/>
    <dgm:cxn modelId="{7204022E-909F-7A47-AF6F-195BB47B37B4}" type="presOf" srcId="{7FAF605B-3831-5A4D-9279-CCD2B1E6BCD3}" destId="{AF3B8ADA-0536-7944-98D7-7A30B8BD2D08}" srcOrd="1" destOrd="0" presId="urn:microsoft.com/office/officeart/2005/8/layout/hierarchy2"/>
    <dgm:cxn modelId="{9ADC3031-3846-E24E-BF12-5288CE5DD5EB}" type="presOf" srcId="{9732CC87-50DE-5945-A5C9-2475D372904F}" destId="{01807F8B-185B-DA4B-8E22-FEF75220C754}" srcOrd="0" destOrd="0" presId="urn:microsoft.com/office/officeart/2005/8/layout/hierarchy2"/>
    <dgm:cxn modelId="{785B4131-ED7B-E640-8D21-B048243388BB}" type="presOf" srcId="{BC0B8549-9A68-5C43-BEF6-C078AC871F59}" destId="{CFA014F1-A21D-5F4E-9684-701C118B5AD3}" srcOrd="1" destOrd="0" presId="urn:microsoft.com/office/officeart/2005/8/layout/hierarchy2"/>
    <dgm:cxn modelId="{A99EA540-2385-AD46-A621-DF37CA472A0F}" type="presOf" srcId="{A053D9A8-1B1C-0D45-A3FE-6BE45B0637DC}" destId="{E4F23EF9-12CA-D945-926B-177F3D39605F}" srcOrd="1" destOrd="0" presId="urn:microsoft.com/office/officeart/2005/8/layout/hierarchy2"/>
    <dgm:cxn modelId="{9A439E41-84CD-2A4E-9C3A-BB52873F2C79}" srcId="{2DC2CF56-612B-9041-A747-94D90D94652F}" destId="{A104B248-E717-024D-B6C1-2BCC5E1E691C}" srcOrd="0" destOrd="0" parTransId="{464F4375-2A1B-5B43-BA99-8811ED2A7C2F}" sibTransId="{8B3A0BDC-A36D-6F4F-A3B2-CB521E6B650F}"/>
    <dgm:cxn modelId="{85411645-EE48-3A43-A940-C7CDD9E8E9B0}" srcId="{6A61B639-E072-F14B-8E79-B63F3E282315}" destId="{8DBC8D5C-862C-204B-AE06-8E1AEA50289B}" srcOrd="1" destOrd="0" parTransId="{BD65E8B2-5C4A-3A43-807E-802838529358}" sibTransId="{94FF8175-6B50-8A4C-AA2D-CE1E26EB78AB}"/>
    <dgm:cxn modelId="{D7B33A47-549F-9F48-8AE8-89B93E0EF01B}" srcId="{AC88FA02-E26C-654B-81CF-5BA45261280F}" destId="{F4E2081F-63DB-054C-8E05-01457DA4834C}" srcOrd="0" destOrd="0" parTransId="{1E129362-902B-A346-B9C5-E47208DA3544}" sibTransId="{C161670C-90E3-3846-A73D-E4411206A398}"/>
    <dgm:cxn modelId="{5978A947-BF7C-2543-AA35-F7BF69BB84F8}" type="presOf" srcId="{F5ABB958-ADD6-844E-8AAC-7F84FF61CE78}" destId="{FB5A3570-B08A-7F4D-9F40-D6F646F5D27D}" srcOrd="0" destOrd="0" presId="urn:microsoft.com/office/officeart/2005/8/layout/hierarchy2"/>
    <dgm:cxn modelId="{2346E849-119C-7D44-8073-DED00C77106E}" srcId="{D7FF0505-92D5-5845-8C42-26EE5371492A}" destId="{2DC2CF56-612B-9041-A747-94D90D94652F}" srcOrd="1" destOrd="0" parTransId="{9732CC87-50DE-5945-A5C9-2475D372904F}" sibTransId="{00D2F5DA-93BD-3445-A778-704C261D2D60}"/>
    <dgm:cxn modelId="{D60E894A-68E8-2B47-BBD0-B3C78F167D6B}" type="presOf" srcId="{9732CC87-50DE-5945-A5C9-2475D372904F}" destId="{27B06943-7103-CD46-B78D-1CE2ECFDC367}" srcOrd="1" destOrd="0" presId="urn:microsoft.com/office/officeart/2005/8/layout/hierarchy2"/>
    <dgm:cxn modelId="{2DF5274C-268D-2F4E-845F-98370019B278}" srcId="{D238D083-AC2D-8D40-8622-893E12E5FCF2}" destId="{FE203C43-0397-5641-B440-908474CF6BA0}" srcOrd="0" destOrd="0" parTransId="{ADA58918-6C14-954A-A082-0CEA2D61206F}" sibTransId="{8191346F-692A-6340-ACD0-653918877889}"/>
    <dgm:cxn modelId="{267AA154-6A6C-1E42-BC70-B77997420711}" type="presOf" srcId="{7FAF605B-3831-5A4D-9279-CCD2B1E6BCD3}" destId="{05FAEBF8-D47F-9943-A421-8FBE6B400448}" srcOrd="0" destOrd="0" presId="urn:microsoft.com/office/officeart/2005/8/layout/hierarchy2"/>
    <dgm:cxn modelId="{22498D5B-9314-BC46-9A84-DF9C5F5F382F}" srcId="{D7FF0505-92D5-5845-8C42-26EE5371492A}" destId="{6A61B639-E072-F14B-8E79-B63F3E282315}" srcOrd="0" destOrd="0" parTransId="{BC0B8549-9A68-5C43-BEF6-C078AC871F59}" sibTransId="{A8769F09-FC28-B941-A0CC-86D390CB8B30}"/>
    <dgm:cxn modelId="{74C4F161-722D-5649-AF93-71D9AFB39D11}" type="presOf" srcId="{ADA58918-6C14-954A-A082-0CEA2D61206F}" destId="{97049DFB-0807-D744-9371-357846179C70}" srcOrd="1" destOrd="0" presId="urn:microsoft.com/office/officeart/2005/8/layout/hierarchy2"/>
    <dgm:cxn modelId="{56CA6B64-DF1F-9944-BEB5-E4B21EEA0F01}" type="presOf" srcId="{4640C1E4-8F80-5742-B2B0-D5C486FEAF14}" destId="{329B4990-3DCB-0B41-AE65-1385FBF540C0}" srcOrd="0" destOrd="0" presId="urn:microsoft.com/office/officeart/2005/8/layout/hierarchy2"/>
    <dgm:cxn modelId="{5BFDDA66-7170-6B4F-ADAD-B27672E7DF21}" srcId="{AC88FA02-E26C-654B-81CF-5BA45261280F}" destId="{D7FF0505-92D5-5845-8C42-26EE5371492A}" srcOrd="1" destOrd="0" parTransId="{A91287EE-91C7-8F4B-A313-FCAF4852FB17}" sibTransId="{CAC6F734-7FC0-E54B-9BB0-07982EC0F150}"/>
    <dgm:cxn modelId="{836DD168-39CC-2A44-AEBD-21639BBBCD03}" type="presOf" srcId="{F75392F1-0086-B34B-903D-5577B876A274}" destId="{660C7D95-FDDA-B043-A878-982736C48441}" srcOrd="0" destOrd="0" presId="urn:microsoft.com/office/officeart/2005/8/layout/hierarchy2"/>
    <dgm:cxn modelId="{6DF56479-AFFB-804B-958D-C230ED810B80}" type="presOf" srcId="{FE203C43-0397-5641-B440-908474CF6BA0}" destId="{B1C9D90C-1896-AB48-8AE1-1708F95E90D7}" srcOrd="0" destOrd="0" presId="urn:microsoft.com/office/officeart/2005/8/layout/hierarchy2"/>
    <dgm:cxn modelId="{6497E48F-649E-D04F-A95B-44F915A817CF}" type="presOf" srcId="{981FD3FF-4FDC-7348-A735-7839BFBC1AD0}" destId="{018AD1AC-D1FC-A640-9CD9-33D5E86EF636}" srcOrd="0" destOrd="0" presId="urn:microsoft.com/office/officeart/2005/8/layout/hierarchy2"/>
    <dgm:cxn modelId="{9AB67A94-8AFD-B141-977F-8B7EB7FA3627}" type="presOf" srcId="{3527A5BF-EFFD-5547-B658-887366A70139}" destId="{B3882E92-45C7-5E4F-875E-0D0594DC9FA3}" srcOrd="0" destOrd="0" presId="urn:microsoft.com/office/officeart/2005/8/layout/hierarchy2"/>
    <dgm:cxn modelId="{0A17C394-37D4-5246-A66A-FB824103E3AC}" srcId="{90EDD8AE-3EE5-8945-80E1-1DA0A9AA3E25}" destId="{CE163051-2624-9847-83D1-231631005E55}" srcOrd="1" destOrd="0" parTransId="{02F22403-1040-E147-B929-91FBFB629467}" sibTransId="{1D64C5B2-365B-ED4C-8B77-0298DB2E85B7}"/>
    <dgm:cxn modelId="{EACAB9A0-62B4-C44B-B5EB-606004670A51}" type="presOf" srcId="{9FFB8D0C-5D8D-A54F-AA23-43BA58E13957}" destId="{4A8F173B-B647-7A41-86BE-25DBD6786A22}" srcOrd="0" destOrd="0" presId="urn:microsoft.com/office/officeart/2005/8/layout/hierarchy2"/>
    <dgm:cxn modelId="{7297B9AB-270F-C843-A818-11273D6DE577}" type="presOf" srcId="{D7FF0505-92D5-5845-8C42-26EE5371492A}" destId="{B42D8C23-0A95-6F41-A643-05DCA24DA714}" srcOrd="0" destOrd="0" presId="urn:microsoft.com/office/officeart/2005/8/layout/hierarchy2"/>
    <dgm:cxn modelId="{65A548AC-E126-704E-BAA7-B0256AADDFB7}" type="presOf" srcId="{2ADA2F4C-D522-644E-95B9-49035F41CF1F}" destId="{C43E5C8D-3C1B-4D4C-B3BC-CCB015EF3C93}" srcOrd="0" destOrd="0" presId="urn:microsoft.com/office/officeart/2005/8/layout/hierarchy2"/>
    <dgm:cxn modelId="{DB2473AD-4031-864C-858C-DE2C13049547}" srcId="{2DC2CF56-612B-9041-A747-94D90D94652F}" destId="{981FD3FF-4FDC-7348-A735-7839BFBC1AD0}" srcOrd="1" destOrd="0" parTransId="{7FAF605B-3831-5A4D-9279-CCD2B1E6BCD3}" sibTransId="{F5055F0B-AAFD-F24F-B3A0-CEE64F5D9DF5}"/>
    <dgm:cxn modelId="{F8605BB5-A500-8842-9A6C-AA9DD0622B19}" type="presOf" srcId="{F5ABB958-ADD6-844E-8AAC-7F84FF61CE78}" destId="{DACD119E-E0D6-834D-8412-F957A4CCEE37}" srcOrd="1" destOrd="0" presId="urn:microsoft.com/office/officeart/2005/8/layout/hierarchy2"/>
    <dgm:cxn modelId="{D3EE64C3-82FB-5848-9332-0A62DA1ED688}" type="presOf" srcId="{A104B248-E717-024D-B6C1-2BCC5E1E691C}" destId="{3A1D92EF-0638-7549-95B4-062805C956D2}" srcOrd="0" destOrd="0" presId="urn:microsoft.com/office/officeart/2005/8/layout/hierarchy2"/>
    <dgm:cxn modelId="{4F8775C4-DE22-524F-8894-C89D13410B6B}" type="presOf" srcId="{CE163051-2624-9847-83D1-231631005E55}" destId="{8FA60B2A-AFF2-F144-931B-543F6C001782}" srcOrd="0" destOrd="0" presId="urn:microsoft.com/office/officeart/2005/8/layout/hierarchy2"/>
    <dgm:cxn modelId="{F565DFCB-EF0F-E348-953B-A2026004101F}" type="presOf" srcId="{B187BCB6-89ED-6747-B34D-AE746DED10B5}" destId="{3F7963CF-D28D-F247-B38F-05140F8A49E8}" srcOrd="1" destOrd="0" presId="urn:microsoft.com/office/officeart/2005/8/layout/hierarchy2"/>
    <dgm:cxn modelId="{231738CC-D4A0-3048-9232-F5EAA375DC36}" type="presOf" srcId="{9FFB8D0C-5D8D-A54F-AA23-43BA58E13957}" destId="{0D7CBDA5-C626-AB44-A9E0-E59EA3DAB988}" srcOrd="1" destOrd="0" presId="urn:microsoft.com/office/officeart/2005/8/layout/hierarchy2"/>
    <dgm:cxn modelId="{BCBD61CC-A00A-814A-935A-7506C729ED3D}" type="presOf" srcId="{B187BCB6-89ED-6747-B34D-AE746DED10B5}" destId="{075242B2-B3A3-8B40-8050-9908343CAEF6}" srcOrd="0" destOrd="0" presId="urn:microsoft.com/office/officeart/2005/8/layout/hierarchy2"/>
    <dgm:cxn modelId="{E47D87CD-576E-C14C-97A9-3A14600BA033}" type="presOf" srcId="{2ADA2F4C-D522-644E-95B9-49035F41CF1F}" destId="{9DD967A3-BBC2-E448-AB4E-66CDEFD21360}" srcOrd="1" destOrd="0" presId="urn:microsoft.com/office/officeart/2005/8/layout/hierarchy2"/>
    <dgm:cxn modelId="{A554EBD3-E209-BE4A-AA79-CFE8A920BB5B}" type="presOf" srcId="{F4E2081F-63DB-054C-8E05-01457DA4834C}" destId="{2E5FC662-F01F-564C-898F-394F93CB760D}" srcOrd="0" destOrd="0" presId="urn:microsoft.com/office/officeart/2005/8/layout/hierarchy2"/>
    <dgm:cxn modelId="{9B4FFDDD-CAD7-004E-B9AA-6BA7526020B9}" type="presOf" srcId="{2DC2CF56-612B-9041-A747-94D90D94652F}" destId="{612D52B8-05F1-2043-9EA1-CC12681D5010}" srcOrd="0" destOrd="0" presId="urn:microsoft.com/office/officeart/2005/8/layout/hierarchy2"/>
    <dgm:cxn modelId="{E9C411DE-92FF-144C-B13C-90394D6AC05F}" type="presOf" srcId="{464F4375-2A1B-5B43-BA99-8811ED2A7C2F}" destId="{78628FC3-7492-9F42-9B27-71CDE98114F0}" srcOrd="1" destOrd="0" presId="urn:microsoft.com/office/officeart/2005/8/layout/hierarchy2"/>
    <dgm:cxn modelId="{EFE58CE6-983A-074F-9E6D-7414620C6061}" type="presOf" srcId="{A053D9A8-1B1C-0D45-A3FE-6BE45B0637DC}" destId="{B0F47049-9A2A-E145-AAB8-864E8AA8D5DA}" srcOrd="0" destOrd="0" presId="urn:microsoft.com/office/officeart/2005/8/layout/hierarchy2"/>
    <dgm:cxn modelId="{1862B8E7-3538-F44F-A2DC-7B007EE4BA12}" type="presOf" srcId="{ADA58918-6C14-954A-A082-0CEA2D61206F}" destId="{DE37681E-BED7-684E-AC4B-8B3792C35BF1}" srcOrd="0" destOrd="0" presId="urn:microsoft.com/office/officeart/2005/8/layout/hierarchy2"/>
    <dgm:cxn modelId="{75D24AE8-F159-2F4C-8F3F-027B246926EC}" type="presOf" srcId="{464F4375-2A1B-5B43-BA99-8811ED2A7C2F}" destId="{49C088E2-786D-094D-BA22-F9C00DAE26DC}" srcOrd="0" destOrd="0" presId="urn:microsoft.com/office/officeart/2005/8/layout/hierarchy2"/>
    <dgm:cxn modelId="{6E26ABE9-5857-2C4E-8496-27262F1D4E80}" type="presOf" srcId="{BD65E8B2-5C4A-3A43-807E-802838529358}" destId="{3E133CE1-6788-B242-8239-D51D0D3C98B2}" srcOrd="1" destOrd="0" presId="urn:microsoft.com/office/officeart/2005/8/layout/hierarchy2"/>
    <dgm:cxn modelId="{6F717FEC-6264-1B49-8AA9-A99B87C46A45}" srcId="{F4E2081F-63DB-054C-8E05-01457DA4834C}" destId="{D238D083-AC2D-8D40-8622-893E12E5FCF2}" srcOrd="0" destOrd="0" parTransId="{9FFB8D0C-5D8D-A54F-AA23-43BA58E13957}" sibTransId="{7AC23018-90F1-4F45-AC70-8590F7A81C18}"/>
    <dgm:cxn modelId="{100A00F4-E559-6F4C-A74A-544FF1A97452}" srcId="{6A61B639-E072-F14B-8E79-B63F3E282315}" destId="{3527A5BF-EFFD-5547-B658-887366A70139}" srcOrd="0" destOrd="0" parTransId="{2ADA2F4C-D522-644E-95B9-49035F41CF1F}" sibTransId="{F9BC2895-2AFA-7543-8A8B-07D95631B836}"/>
    <dgm:cxn modelId="{DD04B1F9-1433-994E-AC4E-97405109C24B}" type="presOf" srcId="{02F22403-1040-E147-B929-91FBFB629467}" destId="{4C80AD50-C00F-0D4D-AEF9-4D24E0E59F44}" srcOrd="1" destOrd="0" presId="urn:microsoft.com/office/officeart/2005/8/layout/hierarchy2"/>
    <dgm:cxn modelId="{492184FB-E205-6D4C-A156-5792A122CF8F}" srcId="{D238D083-AC2D-8D40-8622-893E12E5FCF2}" destId="{F75392F1-0086-B34B-903D-5577B876A274}" srcOrd="1" destOrd="0" parTransId="{A053D9A8-1B1C-0D45-A3FE-6BE45B0637DC}" sibTransId="{396A43B8-A369-2940-905E-01923CFD224D}"/>
    <dgm:cxn modelId="{625292FC-B6AF-084B-A32D-1271B73D278E}" srcId="{90EDD8AE-3EE5-8945-80E1-1DA0A9AA3E25}" destId="{4640C1E4-8F80-5742-B2B0-D5C486FEAF14}" srcOrd="0" destOrd="0" parTransId="{F5ABB958-ADD6-844E-8AAC-7F84FF61CE78}" sibTransId="{DEDBBA97-1192-3248-9D47-8B4C42FBE33E}"/>
    <dgm:cxn modelId="{09E27A3D-0DB6-4D4B-8F81-D662EEF7FE91}" type="presParOf" srcId="{0A2B7D45-B81C-EB4E-9E56-C9D599C1EA4C}" destId="{D446597E-B77D-294B-AD4A-3802890103A9}" srcOrd="0" destOrd="0" presId="urn:microsoft.com/office/officeart/2005/8/layout/hierarchy2"/>
    <dgm:cxn modelId="{F03BCEDE-1465-AB40-81DB-F01A71624569}" type="presParOf" srcId="{D446597E-B77D-294B-AD4A-3802890103A9}" destId="{2E5FC662-F01F-564C-898F-394F93CB760D}" srcOrd="0" destOrd="0" presId="urn:microsoft.com/office/officeart/2005/8/layout/hierarchy2"/>
    <dgm:cxn modelId="{D4AC2A02-2775-9146-920D-F4856DBE2498}" type="presParOf" srcId="{D446597E-B77D-294B-AD4A-3802890103A9}" destId="{A5FD2A97-E3D1-5646-99B1-46503C3ADCE3}" srcOrd="1" destOrd="0" presId="urn:microsoft.com/office/officeart/2005/8/layout/hierarchy2"/>
    <dgm:cxn modelId="{6B19993A-BA8C-4547-97BB-ED9351CAD95B}" type="presParOf" srcId="{A5FD2A97-E3D1-5646-99B1-46503C3ADCE3}" destId="{4A8F173B-B647-7A41-86BE-25DBD6786A22}" srcOrd="0" destOrd="0" presId="urn:microsoft.com/office/officeart/2005/8/layout/hierarchy2"/>
    <dgm:cxn modelId="{EEAAB010-F055-FB40-A051-87FC2BDEFB14}" type="presParOf" srcId="{4A8F173B-B647-7A41-86BE-25DBD6786A22}" destId="{0D7CBDA5-C626-AB44-A9E0-E59EA3DAB988}" srcOrd="0" destOrd="0" presId="urn:microsoft.com/office/officeart/2005/8/layout/hierarchy2"/>
    <dgm:cxn modelId="{317F3DE3-FCE9-F94C-A706-F8BA40BA3F49}" type="presParOf" srcId="{A5FD2A97-E3D1-5646-99B1-46503C3ADCE3}" destId="{5B50D4CE-8831-DF43-8A22-11FB9A2CD855}" srcOrd="1" destOrd="0" presId="urn:microsoft.com/office/officeart/2005/8/layout/hierarchy2"/>
    <dgm:cxn modelId="{E1E43B6A-DF69-F846-8EA6-C0962354A696}" type="presParOf" srcId="{5B50D4CE-8831-DF43-8A22-11FB9A2CD855}" destId="{896D4C72-30F4-FF48-853D-1049BFE01D2C}" srcOrd="0" destOrd="0" presId="urn:microsoft.com/office/officeart/2005/8/layout/hierarchy2"/>
    <dgm:cxn modelId="{7AD5DFEF-A757-3947-AD6F-4A6842968F1C}" type="presParOf" srcId="{5B50D4CE-8831-DF43-8A22-11FB9A2CD855}" destId="{9B5822D3-691A-2A45-BE9D-4E33DBA4470E}" srcOrd="1" destOrd="0" presId="urn:microsoft.com/office/officeart/2005/8/layout/hierarchy2"/>
    <dgm:cxn modelId="{99842305-C7B7-4C4D-9D8D-1635F4842A8D}" type="presParOf" srcId="{9B5822D3-691A-2A45-BE9D-4E33DBA4470E}" destId="{DE37681E-BED7-684E-AC4B-8B3792C35BF1}" srcOrd="0" destOrd="0" presId="urn:microsoft.com/office/officeart/2005/8/layout/hierarchy2"/>
    <dgm:cxn modelId="{B09AE1A4-6DFE-C24B-8B09-613954433D3D}" type="presParOf" srcId="{DE37681E-BED7-684E-AC4B-8B3792C35BF1}" destId="{97049DFB-0807-D744-9371-357846179C70}" srcOrd="0" destOrd="0" presId="urn:microsoft.com/office/officeart/2005/8/layout/hierarchy2"/>
    <dgm:cxn modelId="{BEF9563B-A2D7-134A-A895-B54E24A534ED}" type="presParOf" srcId="{9B5822D3-691A-2A45-BE9D-4E33DBA4470E}" destId="{4529E655-EF0E-6D47-8FAA-4E87558B9394}" srcOrd="1" destOrd="0" presId="urn:microsoft.com/office/officeart/2005/8/layout/hierarchy2"/>
    <dgm:cxn modelId="{E7A417D5-B64F-C648-AC06-C9117B462F53}" type="presParOf" srcId="{4529E655-EF0E-6D47-8FAA-4E87558B9394}" destId="{B1C9D90C-1896-AB48-8AE1-1708F95E90D7}" srcOrd="0" destOrd="0" presId="urn:microsoft.com/office/officeart/2005/8/layout/hierarchy2"/>
    <dgm:cxn modelId="{59114297-7112-1646-A623-8E827C045CF5}" type="presParOf" srcId="{4529E655-EF0E-6D47-8FAA-4E87558B9394}" destId="{E82127B4-FA18-DB47-90EA-BE73AF10D416}" srcOrd="1" destOrd="0" presId="urn:microsoft.com/office/officeart/2005/8/layout/hierarchy2"/>
    <dgm:cxn modelId="{B5889DC8-0DB7-8846-BBE5-DC4553B5CC2F}" type="presParOf" srcId="{9B5822D3-691A-2A45-BE9D-4E33DBA4470E}" destId="{B0F47049-9A2A-E145-AAB8-864E8AA8D5DA}" srcOrd="2" destOrd="0" presId="urn:microsoft.com/office/officeart/2005/8/layout/hierarchy2"/>
    <dgm:cxn modelId="{3C31681D-1DA7-DE45-B3B3-7B4CC791D291}" type="presParOf" srcId="{B0F47049-9A2A-E145-AAB8-864E8AA8D5DA}" destId="{E4F23EF9-12CA-D945-926B-177F3D39605F}" srcOrd="0" destOrd="0" presId="urn:microsoft.com/office/officeart/2005/8/layout/hierarchy2"/>
    <dgm:cxn modelId="{96623F40-DCEC-2542-A296-4A8DAB18F245}" type="presParOf" srcId="{9B5822D3-691A-2A45-BE9D-4E33DBA4470E}" destId="{48698FCD-74C6-1C42-B232-0905A9E56745}" srcOrd="3" destOrd="0" presId="urn:microsoft.com/office/officeart/2005/8/layout/hierarchy2"/>
    <dgm:cxn modelId="{E2BFF3D7-45BA-B847-8493-F39F0A4499C6}" type="presParOf" srcId="{48698FCD-74C6-1C42-B232-0905A9E56745}" destId="{660C7D95-FDDA-B043-A878-982736C48441}" srcOrd="0" destOrd="0" presId="urn:microsoft.com/office/officeart/2005/8/layout/hierarchy2"/>
    <dgm:cxn modelId="{F5406376-CC8A-6840-B9B3-392FD7585411}" type="presParOf" srcId="{48698FCD-74C6-1C42-B232-0905A9E56745}" destId="{A8F0CA44-6FC0-4042-A602-62504BA7EE2B}" srcOrd="1" destOrd="0" presId="urn:microsoft.com/office/officeart/2005/8/layout/hierarchy2"/>
    <dgm:cxn modelId="{1772E413-C846-C14B-A35A-E3422C068D9E}" type="presParOf" srcId="{A5FD2A97-E3D1-5646-99B1-46503C3ADCE3}" destId="{075242B2-B3A3-8B40-8050-9908343CAEF6}" srcOrd="2" destOrd="0" presId="urn:microsoft.com/office/officeart/2005/8/layout/hierarchy2"/>
    <dgm:cxn modelId="{093FA67E-3002-374B-843A-9BCC9C0EF8A6}" type="presParOf" srcId="{075242B2-B3A3-8B40-8050-9908343CAEF6}" destId="{3F7963CF-D28D-F247-B38F-05140F8A49E8}" srcOrd="0" destOrd="0" presId="urn:microsoft.com/office/officeart/2005/8/layout/hierarchy2"/>
    <dgm:cxn modelId="{FE0A5290-7468-8D4B-BF16-522C9E2E2003}" type="presParOf" srcId="{A5FD2A97-E3D1-5646-99B1-46503C3ADCE3}" destId="{012BF84D-2D7E-1E45-91D8-3FF026860D07}" srcOrd="3" destOrd="0" presId="urn:microsoft.com/office/officeart/2005/8/layout/hierarchy2"/>
    <dgm:cxn modelId="{9C592669-BD86-DA40-88AF-50078829C67B}" type="presParOf" srcId="{012BF84D-2D7E-1E45-91D8-3FF026860D07}" destId="{4915C9F8-0459-0C47-A384-D827DE26DDB9}" srcOrd="0" destOrd="0" presId="urn:microsoft.com/office/officeart/2005/8/layout/hierarchy2"/>
    <dgm:cxn modelId="{602389C4-969A-0F43-B193-98FEF8538956}" type="presParOf" srcId="{012BF84D-2D7E-1E45-91D8-3FF026860D07}" destId="{63A84559-FA0F-1D4C-A0D4-38051DB9E924}" srcOrd="1" destOrd="0" presId="urn:microsoft.com/office/officeart/2005/8/layout/hierarchy2"/>
    <dgm:cxn modelId="{47157C33-B75C-4142-8CDD-F2A69F9A01A1}" type="presParOf" srcId="{63A84559-FA0F-1D4C-A0D4-38051DB9E924}" destId="{FB5A3570-B08A-7F4D-9F40-D6F646F5D27D}" srcOrd="0" destOrd="0" presId="urn:microsoft.com/office/officeart/2005/8/layout/hierarchy2"/>
    <dgm:cxn modelId="{A80529E4-9D3B-5246-B1CB-6FCA589A34FF}" type="presParOf" srcId="{FB5A3570-B08A-7F4D-9F40-D6F646F5D27D}" destId="{DACD119E-E0D6-834D-8412-F957A4CCEE37}" srcOrd="0" destOrd="0" presId="urn:microsoft.com/office/officeart/2005/8/layout/hierarchy2"/>
    <dgm:cxn modelId="{100BE8E8-55A5-D24A-BF6C-8B6600BF16E1}" type="presParOf" srcId="{63A84559-FA0F-1D4C-A0D4-38051DB9E924}" destId="{18EFD333-3BBA-874F-975A-5E7F4880430A}" srcOrd="1" destOrd="0" presId="urn:microsoft.com/office/officeart/2005/8/layout/hierarchy2"/>
    <dgm:cxn modelId="{9E8BC39E-C180-1944-9FF8-01602D053F3F}" type="presParOf" srcId="{18EFD333-3BBA-874F-975A-5E7F4880430A}" destId="{329B4990-3DCB-0B41-AE65-1385FBF540C0}" srcOrd="0" destOrd="0" presId="urn:microsoft.com/office/officeart/2005/8/layout/hierarchy2"/>
    <dgm:cxn modelId="{1711DE10-6A70-EB4B-86B1-927A95DF99F3}" type="presParOf" srcId="{18EFD333-3BBA-874F-975A-5E7F4880430A}" destId="{24552897-AEE0-EF48-AA4A-9400AD0D51B9}" srcOrd="1" destOrd="0" presId="urn:microsoft.com/office/officeart/2005/8/layout/hierarchy2"/>
    <dgm:cxn modelId="{40F66B47-E21E-864B-9A04-26F94575A7EC}" type="presParOf" srcId="{63A84559-FA0F-1D4C-A0D4-38051DB9E924}" destId="{25EE9E64-36F1-AC49-9054-9C6C54E3993A}" srcOrd="2" destOrd="0" presId="urn:microsoft.com/office/officeart/2005/8/layout/hierarchy2"/>
    <dgm:cxn modelId="{81F30909-070B-3043-A0BC-FEF854C90ADB}" type="presParOf" srcId="{25EE9E64-36F1-AC49-9054-9C6C54E3993A}" destId="{4C80AD50-C00F-0D4D-AEF9-4D24E0E59F44}" srcOrd="0" destOrd="0" presId="urn:microsoft.com/office/officeart/2005/8/layout/hierarchy2"/>
    <dgm:cxn modelId="{B154F6F2-B95E-4E40-932A-F96F28B895CE}" type="presParOf" srcId="{63A84559-FA0F-1D4C-A0D4-38051DB9E924}" destId="{97CF9F0F-4BDC-904B-8698-5A654B8F002F}" srcOrd="3" destOrd="0" presId="urn:microsoft.com/office/officeart/2005/8/layout/hierarchy2"/>
    <dgm:cxn modelId="{72853CAB-EB69-004D-B84E-4577CDCDF205}" type="presParOf" srcId="{97CF9F0F-4BDC-904B-8698-5A654B8F002F}" destId="{8FA60B2A-AFF2-F144-931B-543F6C001782}" srcOrd="0" destOrd="0" presId="urn:microsoft.com/office/officeart/2005/8/layout/hierarchy2"/>
    <dgm:cxn modelId="{70EFEAEE-91BA-8E4A-A8A7-9F1D24CDEBC6}" type="presParOf" srcId="{97CF9F0F-4BDC-904B-8698-5A654B8F002F}" destId="{6FFB2872-B6D9-DD45-BADE-77F8192757BA}" srcOrd="1" destOrd="0" presId="urn:microsoft.com/office/officeart/2005/8/layout/hierarchy2"/>
    <dgm:cxn modelId="{F112DEDB-B329-2A49-BC33-43C9736BDE84}" type="presParOf" srcId="{0A2B7D45-B81C-EB4E-9E56-C9D599C1EA4C}" destId="{296EABEF-2B83-064B-BA99-7D4BFF34BB53}" srcOrd="1" destOrd="0" presId="urn:microsoft.com/office/officeart/2005/8/layout/hierarchy2"/>
    <dgm:cxn modelId="{A968891D-5989-7C44-B7EB-797CDE95AC9B}" type="presParOf" srcId="{296EABEF-2B83-064B-BA99-7D4BFF34BB53}" destId="{B42D8C23-0A95-6F41-A643-05DCA24DA714}" srcOrd="0" destOrd="0" presId="urn:microsoft.com/office/officeart/2005/8/layout/hierarchy2"/>
    <dgm:cxn modelId="{793AACC3-395F-E547-BBD7-50F2C542B0A7}" type="presParOf" srcId="{296EABEF-2B83-064B-BA99-7D4BFF34BB53}" destId="{D4E52834-C9CC-824B-9910-FEC106063219}" srcOrd="1" destOrd="0" presId="urn:microsoft.com/office/officeart/2005/8/layout/hierarchy2"/>
    <dgm:cxn modelId="{05C779DF-B099-8D4F-A377-1B4415D5A19A}" type="presParOf" srcId="{D4E52834-C9CC-824B-9910-FEC106063219}" destId="{1D53ED84-5BCF-A345-82EA-FC755FFC04E4}" srcOrd="0" destOrd="0" presId="urn:microsoft.com/office/officeart/2005/8/layout/hierarchy2"/>
    <dgm:cxn modelId="{944AF2B3-BDB8-6148-A009-5B12FE5B9AF4}" type="presParOf" srcId="{1D53ED84-5BCF-A345-82EA-FC755FFC04E4}" destId="{CFA014F1-A21D-5F4E-9684-701C118B5AD3}" srcOrd="0" destOrd="0" presId="urn:microsoft.com/office/officeart/2005/8/layout/hierarchy2"/>
    <dgm:cxn modelId="{A350EAE3-234E-BC41-9149-E9281ADD1E87}" type="presParOf" srcId="{D4E52834-C9CC-824B-9910-FEC106063219}" destId="{AC6190D1-DF4C-5147-8BF9-683A56AE9E89}" srcOrd="1" destOrd="0" presId="urn:microsoft.com/office/officeart/2005/8/layout/hierarchy2"/>
    <dgm:cxn modelId="{366DB605-05CE-A241-8311-6E65C0FF3248}" type="presParOf" srcId="{AC6190D1-DF4C-5147-8BF9-683A56AE9E89}" destId="{08FB15AD-8641-2048-90BC-187BB0959AC8}" srcOrd="0" destOrd="0" presId="urn:microsoft.com/office/officeart/2005/8/layout/hierarchy2"/>
    <dgm:cxn modelId="{D5DD529A-7DDC-394F-AAAB-576D73405E1E}" type="presParOf" srcId="{AC6190D1-DF4C-5147-8BF9-683A56AE9E89}" destId="{1FE24A96-1C24-EF48-8F7E-E964F17BA9A6}" srcOrd="1" destOrd="0" presId="urn:microsoft.com/office/officeart/2005/8/layout/hierarchy2"/>
    <dgm:cxn modelId="{1DDD7FB9-A1AF-394C-A294-9CC4C03B9660}" type="presParOf" srcId="{1FE24A96-1C24-EF48-8F7E-E964F17BA9A6}" destId="{C43E5C8D-3C1B-4D4C-B3BC-CCB015EF3C93}" srcOrd="0" destOrd="0" presId="urn:microsoft.com/office/officeart/2005/8/layout/hierarchy2"/>
    <dgm:cxn modelId="{91A16BDF-D933-BA4F-B304-DCC753E0C98A}" type="presParOf" srcId="{C43E5C8D-3C1B-4D4C-B3BC-CCB015EF3C93}" destId="{9DD967A3-BBC2-E448-AB4E-66CDEFD21360}" srcOrd="0" destOrd="0" presId="urn:microsoft.com/office/officeart/2005/8/layout/hierarchy2"/>
    <dgm:cxn modelId="{4143DD3F-A7AC-8D41-9E57-E2A5B9869216}" type="presParOf" srcId="{1FE24A96-1C24-EF48-8F7E-E964F17BA9A6}" destId="{028B7817-ECC8-754F-BA2E-4A7AA91C94E6}" srcOrd="1" destOrd="0" presId="urn:microsoft.com/office/officeart/2005/8/layout/hierarchy2"/>
    <dgm:cxn modelId="{CE4E0A76-F75B-A543-8A2F-605D48D0B7CF}" type="presParOf" srcId="{028B7817-ECC8-754F-BA2E-4A7AA91C94E6}" destId="{B3882E92-45C7-5E4F-875E-0D0594DC9FA3}" srcOrd="0" destOrd="0" presId="urn:microsoft.com/office/officeart/2005/8/layout/hierarchy2"/>
    <dgm:cxn modelId="{A7DB176E-CED7-6F4B-9071-EC7438E72B4E}" type="presParOf" srcId="{028B7817-ECC8-754F-BA2E-4A7AA91C94E6}" destId="{A2192A59-FF89-8642-8394-9CDC30227BFD}" srcOrd="1" destOrd="0" presId="urn:microsoft.com/office/officeart/2005/8/layout/hierarchy2"/>
    <dgm:cxn modelId="{336A74E9-63F2-7C4A-BAD7-259C918827AD}" type="presParOf" srcId="{1FE24A96-1C24-EF48-8F7E-E964F17BA9A6}" destId="{49B99774-E821-324B-ADA8-718775DC50C0}" srcOrd="2" destOrd="0" presId="urn:microsoft.com/office/officeart/2005/8/layout/hierarchy2"/>
    <dgm:cxn modelId="{FC7F2D0D-344D-644A-8822-5B1781D447E3}" type="presParOf" srcId="{49B99774-E821-324B-ADA8-718775DC50C0}" destId="{3E133CE1-6788-B242-8239-D51D0D3C98B2}" srcOrd="0" destOrd="0" presId="urn:microsoft.com/office/officeart/2005/8/layout/hierarchy2"/>
    <dgm:cxn modelId="{62B25007-574A-1D42-945D-4071509EA2AC}" type="presParOf" srcId="{1FE24A96-1C24-EF48-8F7E-E964F17BA9A6}" destId="{34C4B65F-CFDC-4B46-B91F-B153F7290042}" srcOrd="3" destOrd="0" presId="urn:microsoft.com/office/officeart/2005/8/layout/hierarchy2"/>
    <dgm:cxn modelId="{227D4D4A-42E3-4E4E-AB36-4ECC212DC585}" type="presParOf" srcId="{34C4B65F-CFDC-4B46-B91F-B153F7290042}" destId="{CC4BD005-3731-C24A-B67B-0732358B31D6}" srcOrd="0" destOrd="0" presId="urn:microsoft.com/office/officeart/2005/8/layout/hierarchy2"/>
    <dgm:cxn modelId="{B79A417F-5F83-DB42-A76A-A8622312A304}" type="presParOf" srcId="{34C4B65F-CFDC-4B46-B91F-B153F7290042}" destId="{98E728FE-9909-B545-AE33-B14CF78B62E7}" srcOrd="1" destOrd="0" presId="urn:microsoft.com/office/officeart/2005/8/layout/hierarchy2"/>
    <dgm:cxn modelId="{70DB9AC2-12F4-8D46-B51B-06C22F416518}" type="presParOf" srcId="{D4E52834-C9CC-824B-9910-FEC106063219}" destId="{01807F8B-185B-DA4B-8E22-FEF75220C754}" srcOrd="2" destOrd="0" presId="urn:microsoft.com/office/officeart/2005/8/layout/hierarchy2"/>
    <dgm:cxn modelId="{071A053A-9856-8642-AB78-00CFAA03DDB4}" type="presParOf" srcId="{01807F8B-185B-DA4B-8E22-FEF75220C754}" destId="{27B06943-7103-CD46-B78D-1CE2ECFDC367}" srcOrd="0" destOrd="0" presId="urn:microsoft.com/office/officeart/2005/8/layout/hierarchy2"/>
    <dgm:cxn modelId="{946CE735-E80F-7945-8630-59A63ED035C3}" type="presParOf" srcId="{D4E52834-C9CC-824B-9910-FEC106063219}" destId="{35C340C9-5E38-154E-B9E8-6A2C5951982F}" srcOrd="3" destOrd="0" presId="urn:microsoft.com/office/officeart/2005/8/layout/hierarchy2"/>
    <dgm:cxn modelId="{AD168EBD-56FE-404B-AA8B-45CCD97EC0B2}" type="presParOf" srcId="{35C340C9-5E38-154E-B9E8-6A2C5951982F}" destId="{612D52B8-05F1-2043-9EA1-CC12681D5010}" srcOrd="0" destOrd="0" presId="urn:microsoft.com/office/officeart/2005/8/layout/hierarchy2"/>
    <dgm:cxn modelId="{17831177-D09D-CC42-BB92-2DC7226B0709}" type="presParOf" srcId="{35C340C9-5E38-154E-B9E8-6A2C5951982F}" destId="{FC570CD3-3864-6140-944D-33B623293346}" srcOrd="1" destOrd="0" presId="urn:microsoft.com/office/officeart/2005/8/layout/hierarchy2"/>
    <dgm:cxn modelId="{BE294FC5-0D20-354F-BA3E-8A58F997391A}" type="presParOf" srcId="{FC570CD3-3864-6140-944D-33B623293346}" destId="{49C088E2-786D-094D-BA22-F9C00DAE26DC}" srcOrd="0" destOrd="0" presId="urn:microsoft.com/office/officeart/2005/8/layout/hierarchy2"/>
    <dgm:cxn modelId="{C4C1BDDD-0518-374D-B432-BBA74BAF5968}" type="presParOf" srcId="{49C088E2-786D-094D-BA22-F9C00DAE26DC}" destId="{78628FC3-7492-9F42-9B27-71CDE98114F0}" srcOrd="0" destOrd="0" presId="urn:microsoft.com/office/officeart/2005/8/layout/hierarchy2"/>
    <dgm:cxn modelId="{738AFDDD-990F-104A-AEEB-FAACA488EC10}" type="presParOf" srcId="{FC570CD3-3864-6140-944D-33B623293346}" destId="{6A0131DC-6EB5-C445-A69C-6E4CE6A8369D}" srcOrd="1" destOrd="0" presId="urn:microsoft.com/office/officeart/2005/8/layout/hierarchy2"/>
    <dgm:cxn modelId="{6BD2695A-407D-CC42-BDA8-A093E61D8C18}" type="presParOf" srcId="{6A0131DC-6EB5-C445-A69C-6E4CE6A8369D}" destId="{3A1D92EF-0638-7549-95B4-062805C956D2}" srcOrd="0" destOrd="0" presId="urn:microsoft.com/office/officeart/2005/8/layout/hierarchy2"/>
    <dgm:cxn modelId="{1ADC25C6-A734-5F4E-BFD0-2A574FD5C0E7}" type="presParOf" srcId="{6A0131DC-6EB5-C445-A69C-6E4CE6A8369D}" destId="{45AF0770-7C7E-1645-A0B1-CEF80DFEA651}" srcOrd="1" destOrd="0" presId="urn:microsoft.com/office/officeart/2005/8/layout/hierarchy2"/>
    <dgm:cxn modelId="{A8FB4B9F-756B-E94A-AA71-7ADAEE361936}" type="presParOf" srcId="{FC570CD3-3864-6140-944D-33B623293346}" destId="{05FAEBF8-D47F-9943-A421-8FBE6B400448}" srcOrd="2" destOrd="0" presId="urn:microsoft.com/office/officeart/2005/8/layout/hierarchy2"/>
    <dgm:cxn modelId="{09A00D59-9A04-9C4E-AD83-68FB974AC5A9}" type="presParOf" srcId="{05FAEBF8-D47F-9943-A421-8FBE6B400448}" destId="{AF3B8ADA-0536-7944-98D7-7A30B8BD2D08}" srcOrd="0" destOrd="0" presId="urn:microsoft.com/office/officeart/2005/8/layout/hierarchy2"/>
    <dgm:cxn modelId="{02D72593-AF31-C445-B613-91199BC032F0}" type="presParOf" srcId="{FC570CD3-3864-6140-944D-33B623293346}" destId="{1BA615A3-BEC0-D240-88D2-27CACB19706D}" srcOrd="3" destOrd="0" presId="urn:microsoft.com/office/officeart/2005/8/layout/hierarchy2"/>
    <dgm:cxn modelId="{ACC30769-2C17-554E-BC5A-A8B6E576C05D}" type="presParOf" srcId="{1BA615A3-BEC0-D240-88D2-27CACB19706D}" destId="{018AD1AC-D1FC-A640-9CD9-33D5E86EF636}" srcOrd="0" destOrd="0" presId="urn:microsoft.com/office/officeart/2005/8/layout/hierarchy2"/>
    <dgm:cxn modelId="{BA47CCD7-D9B0-2A42-88BC-2C42F2892F33}" type="presParOf" srcId="{1BA615A3-BEC0-D240-88D2-27CACB19706D}" destId="{649AA6F7-8759-EA4D-8331-16634BF3E64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C88FA02-E26C-654B-81CF-5BA45261280F}" type="doc">
      <dgm:prSet loTypeId="urn:microsoft.com/office/officeart/2005/8/layout/hierarchy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E2081F-63DB-054C-8E05-01457DA4834C}">
      <dgm:prSet phldrT="[Text]"/>
      <dgm:spPr/>
      <dgm:t>
        <a:bodyPr/>
        <a:lstStyle/>
        <a:p>
          <a:r>
            <a:rPr lang="en-US" dirty="0"/>
            <a:t>Depression </a:t>
          </a:r>
        </a:p>
        <a:p>
          <a:r>
            <a:rPr lang="en-US" dirty="0"/>
            <a:t>(23%)</a:t>
          </a:r>
        </a:p>
      </dgm:t>
    </dgm:pt>
    <dgm:pt modelId="{1E129362-902B-A346-B9C5-E47208DA3544}" type="parTrans" cxnId="{D7B33A47-549F-9F48-8AE8-89B93E0EF01B}">
      <dgm:prSet/>
      <dgm:spPr/>
      <dgm:t>
        <a:bodyPr/>
        <a:lstStyle/>
        <a:p>
          <a:endParaRPr lang="en-US"/>
        </a:p>
      </dgm:t>
    </dgm:pt>
    <dgm:pt modelId="{C161670C-90E3-3846-A73D-E4411206A398}" type="sibTrans" cxnId="{D7B33A47-549F-9F48-8AE8-89B93E0EF01B}">
      <dgm:prSet/>
      <dgm:spPr/>
      <dgm:t>
        <a:bodyPr/>
        <a:lstStyle/>
        <a:p>
          <a:endParaRPr lang="en-US"/>
        </a:p>
      </dgm:t>
    </dgm:pt>
    <dgm:pt modelId="{D7FF0505-92D5-5845-8C42-26EE5371492A}">
      <dgm:prSet phldrT="[Text]"/>
      <dgm:spPr/>
      <dgm:t>
        <a:bodyPr/>
        <a:lstStyle/>
        <a:p>
          <a:r>
            <a:rPr lang="en-US" dirty="0"/>
            <a:t>No Depression</a:t>
          </a:r>
        </a:p>
        <a:p>
          <a:r>
            <a:rPr lang="en-US" dirty="0"/>
            <a:t>(77%)</a:t>
          </a:r>
        </a:p>
      </dgm:t>
    </dgm:pt>
    <dgm:pt modelId="{A91287EE-91C7-8F4B-A313-FCAF4852FB17}" type="parTrans" cxnId="{5BFDDA66-7170-6B4F-ADAD-B27672E7DF21}">
      <dgm:prSet/>
      <dgm:spPr/>
      <dgm:t>
        <a:bodyPr/>
        <a:lstStyle/>
        <a:p>
          <a:endParaRPr lang="en-US"/>
        </a:p>
      </dgm:t>
    </dgm:pt>
    <dgm:pt modelId="{CAC6F734-7FC0-E54B-9BB0-07982EC0F150}" type="sibTrans" cxnId="{5BFDDA66-7170-6B4F-ADAD-B27672E7DF21}">
      <dgm:prSet/>
      <dgm:spPr/>
      <dgm:t>
        <a:bodyPr/>
        <a:lstStyle/>
        <a:p>
          <a:endParaRPr lang="en-US"/>
        </a:p>
      </dgm:t>
    </dgm:pt>
    <dgm:pt modelId="{D238D083-AC2D-8D40-8622-893E12E5FCF2}">
      <dgm:prSet phldrT="[Text]"/>
      <dgm:spPr/>
      <dgm:t>
        <a:bodyPr/>
        <a:lstStyle/>
        <a:p>
          <a:r>
            <a:rPr lang="en-US" dirty="0"/>
            <a:t>Depression</a:t>
          </a:r>
        </a:p>
        <a:p>
          <a:r>
            <a:rPr lang="en-US" dirty="0"/>
            <a:t>(11%)</a:t>
          </a:r>
        </a:p>
      </dgm:t>
    </dgm:pt>
    <dgm:pt modelId="{9FFB8D0C-5D8D-A54F-AA23-43BA58E13957}" type="parTrans" cxnId="{6F717FEC-6264-1B49-8AA9-A99B87C46A45}">
      <dgm:prSet/>
      <dgm:spPr/>
      <dgm:t>
        <a:bodyPr/>
        <a:lstStyle/>
        <a:p>
          <a:endParaRPr lang="en-US"/>
        </a:p>
      </dgm:t>
    </dgm:pt>
    <dgm:pt modelId="{7AC23018-90F1-4F45-AC70-8590F7A81C18}" type="sibTrans" cxnId="{6F717FEC-6264-1B49-8AA9-A99B87C46A45}">
      <dgm:prSet/>
      <dgm:spPr/>
      <dgm:t>
        <a:bodyPr/>
        <a:lstStyle/>
        <a:p>
          <a:endParaRPr lang="en-US"/>
        </a:p>
      </dgm:t>
    </dgm:pt>
    <dgm:pt modelId="{90EDD8AE-3EE5-8945-80E1-1DA0A9AA3E25}">
      <dgm:prSet phldrT="[Text]"/>
      <dgm:spPr/>
      <dgm:t>
        <a:bodyPr/>
        <a:lstStyle/>
        <a:p>
          <a:r>
            <a:rPr lang="en-US" dirty="0"/>
            <a:t>No Depression</a:t>
          </a:r>
        </a:p>
        <a:p>
          <a:r>
            <a:rPr lang="en-US" dirty="0"/>
            <a:t>(12%)</a:t>
          </a:r>
        </a:p>
      </dgm:t>
    </dgm:pt>
    <dgm:pt modelId="{B187BCB6-89ED-6747-B34D-AE746DED10B5}" type="parTrans" cxnId="{EE269600-78DF-D041-9077-E909E656B6EC}">
      <dgm:prSet/>
      <dgm:spPr/>
      <dgm:t>
        <a:bodyPr/>
        <a:lstStyle/>
        <a:p>
          <a:endParaRPr lang="en-US"/>
        </a:p>
      </dgm:t>
    </dgm:pt>
    <dgm:pt modelId="{4E7217F9-D617-8242-ACF9-66D1D7A8DB32}" type="sibTrans" cxnId="{EE269600-78DF-D041-9077-E909E656B6EC}">
      <dgm:prSet/>
      <dgm:spPr/>
      <dgm:t>
        <a:bodyPr/>
        <a:lstStyle/>
        <a:p>
          <a:endParaRPr lang="en-US"/>
        </a:p>
      </dgm:t>
    </dgm:pt>
    <dgm:pt modelId="{FE203C43-0397-5641-B440-908474CF6BA0}">
      <dgm:prSet phldrT="[Text]"/>
      <dgm:spPr/>
      <dgm:t>
        <a:bodyPr/>
        <a:lstStyle/>
        <a:p>
          <a:r>
            <a:rPr lang="en-US" dirty="0"/>
            <a:t>Depression</a:t>
          </a:r>
        </a:p>
        <a:p>
          <a:r>
            <a:rPr lang="en-US" dirty="0"/>
            <a:t>(8%)</a:t>
          </a:r>
        </a:p>
      </dgm:t>
    </dgm:pt>
    <dgm:pt modelId="{ADA58918-6C14-954A-A082-0CEA2D61206F}" type="parTrans" cxnId="{2DF5274C-268D-2F4E-845F-98370019B278}">
      <dgm:prSet/>
      <dgm:spPr/>
      <dgm:t>
        <a:bodyPr/>
        <a:lstStyle/>
        <a:p>
          <a:endParaRPr lang="en-US"/>
        </a:p>
      </dgm:t>
    </dgm:pt>
    <dgm:pt modelId="{8191346F-692A-6340-ACD0-653918877889}" type="sibTrans" cxnId="{2DF5274C-268D-2F4E-845F-98370019B278}">
      <dgm:prSet/>
      <dgm:spPr/>
      <dgm:t>
        <a:bodyPr/>
        <a:lstStyle/>
        <a:p>
          <a:endParaRPr lang="en-US"/>
        </a:p>
      </dgm:t>
    </dgm:pt>
    <dgm:pt modelId="{F75392F1-0086-B34B-903D-5577B876A274}">
      <dgm:prSet phldrT="[Text]"/>
      <dgm:spPr/>
      <dgm:t>
        <a:bodyPr/>
        <a:lstStyle/>
        <a:p>
          <a:r>
            <a:rPr lang="en-US" dirty="0"/>
            <a:t>No Depression</a:t>
          </a:r>
        </a:p>
        <a:p>
          <a:r>
            <a:rPr lang="en-US" dirty="0"/>
            <a:t>(3%)</a:t>
          </a:r>
        </a:p>
      </dgm:t>
    </dgm:pt>
    <dgm:pt modelId="{A053D9A8-1B1C-0D45-A3FE-6BE45B0637DC}" type="parTrans" cxnId="{492184FB-E205-6D4C-A156-5792A122CF8F}">
      <dgm:prSet/>
      <dgm:spPr/>
      <dgm:t>
        <a:bodyPr/>
        <a:lstStyle/>
        <a:p>
          <a:endParaRPr lang="en-US"/>
        </a:p>
      </dgm:t>
    </dgm:pt>
    <dgm:pt modelId="{396A43B8-A369-2940-905E-01923CFD224D}" type="sibTrans" cxnId="{492184FB-E205-6D4C-A156-5792A122CF8F}">
      <dgm:prSet/>
      <dgm:spPr/>
      <dgm:t>
        <a:bodyPr/>
        <a:lstStyle/>
        <a:p>
          <a:endParaRPr lang="en-US"/>
        </a:p>
      </dgm:t>
    </dgm:pt>
    <dgm:pt modelId="{4640C1E4-8F80-5742-B2B0-D5C486FEAF14}">
      <dgm:prSet phldrT="[Text]"/>
      <dgm:spPr/>
      <dgm:t>
        <a:bodyPr/>
        <a:lstStyle/>
        <a:p>
          <a:r>
            <a:rPr lang="en-US" dirty="0"/>
            <a:t>Depression</a:t>
          </a:r>
        </a:p>
        <a:p>
          <a:r>
            <a:rPr lang="en-US" dirty="0"/>
            <a:t>(3%)</a:t>
          </a:r>
        </a:p>
      </dgm:t>
    </dgm:pt>
    <dgm:pt modelId="{F5ABB958-ADD6-844E-8AAC-7F84FF61CE78}" type="parTrans" cxnId="{625292FC-B6AF-084B-A32D-1271B73D278E}">
      <dgm:prSet/>
      <dgm:spPr/>
      <dgm:t>
        <a:bodyPr/>
        <a:lstStyle/>
        <a:p>
          <a:endParaRPr lang="en-US"/>
        </a:p>
      </dgm:t>
    </dgm:pt>
    <dgm:pt modelId="{DEDBBA97-1192-3248-9D47-8B4C42FBE33E}" type="sibTrans" cxnId="{625292FC-B6AF-084B-A32D-1271B73D278E}">
      <dgm:prSet/>
      <dgm:spPr/>
      <dgm:t>
        <a:bodyPr/>
        <a:lstStyle/>
        <a:p>
          <a:endParaRPr lang="en-US"/>
        </a:p>
      </dgm:t>
    </dgm:pt>
    <dgm:pt modelId="{CE163051-2624-9847-83D1-231631005E55}">
      <dgm:prSet phldrT="[Text]"/>
      <dgm:spPr/>
      <dgm:t>
        <a:bodyPr/>
        <a:lstStyle/>
        <a:p>
          <a:r>
            <a:rPr lang="en-US" dirty="0"/>
            <a:t>No Depression</a:t>
          </a:r>
        </a:p>
        <a:p>
          <a:r>
            <a:rPr lang="en-US" dirty="0"/>
            <a:t>(9%)</a:t>
          </a:r>
        </a:p>
      </dgm:t>
    </dgm:pt>
    <dgm:pt modelId="{02F22403-1040-E147-B929-91FBFB629467}" type="parTrans" cxnId="{0A17C394-37D4-5246-A66A-FB824103E3AC}">
      <dgm:prSet/>
      <dgm:spPr/>
      <dgm:t>
        <a:bodyPr/>
        <a:lstStyle/>
        <a:p>
          <a:endParaRPr lang="en-US"/>
        </a:p>
      </dgm:t>
    </dgm:pt>
    <dgm:pt modelId="{1D64C5B2-365B-ED4C-8B77-0298DB2E85B7}" type="sibTrans" cxnId="{0A17C394-37D4-5246-A66A-FB824103E3AC}">
      <dgm:prSet/>
      <dgm:spPr/>
      <dgm:t>
        <a:bodyPr/>
        <a:lstStyle/>
        <a:p>
          <a:endParaRPr lang="en-US"/>
        </a:p>
      </dgm:t>
    </dgm:pt>
    <dgm:pt modelId="{6A61B639-E072-F14B-8E79-B63F3E282315}">
      <dgm:prSet phldrT="[Text]"/>
      <dgm:spPr/>
      <dgm:t>
        <a:bodyPr/>
        <a:lstStyle/>
        <a:p>
          <a:r>
            <a:rPr lang="en-US" dirty="0"/>
            <a:t>Depression</a:t>
          </a:r>
        </a:p>
        <a:p>
          <a:r>
            <a:rPr lang="en-US" dirty="0"/>
            <a:t>(10%)</a:t>
          </a:r>
        </a:p>
      </dgm:t>
    </dgm:pt>
    <dgm:pt modelId="{BC0B8549-9A68-5C43-BEF6-C078AC871F59}" type="parTrans" cxnId="{22498D5B-9314-BC46-9A84-DF9C5F5F382F}">
      <dgm:prSet/>
      <dgm:spPr/>
      <dgm:t>
        <a:bodyPr/>
        <a:lstStyle/>
        <a:p>
          <a:endParaRPr lang="en-US"/>
        </a:p>
      </dgm:t>
    </dgm:pt>
    <dgm:pt modelId="{A8769F09-FC28-B941-A0CC-86D390CB8B30}" type="sibTrans" cxnId="{22498D5B-9314-BC46-9A84-DF9C5F5F382F}">
      <dgm:prSet/>
      <dgm:spPr/>
      <dgm:t>
        <a:bodyPr/>
        <a:lstStyle/>
        <a:p>
          <a:endParaRPr lang="en-US"/>
        </a:p>
      </dgm:t>
    </dgm:pt>
    <dgm:pt modelId="{3527A5BF-EFFD-5547-B658-887366A70139}">
      <dgm:prSet phldrT="[Text]"/>
      <dgm:spPr/>
      <dgm:t>
        <a:bodyPr/>
        <a:lstStyle/>
        <a:p>
          <a:r>
            <a:rPr lang="en-US" dirty="0"/>
            <a:t>Depression</a:t>
          </a:r>
        </a:p>
        <a:p>
          <a:r>
            <a:rPr lang="en-US" dirty="0"/>
            <a:t>(5%)</a:t>
          </a:r>
        </a:p>
      </dgm:t>
    </dgm:pt>
    <dgm:pt modelId="{2ADA2F4C-D522-644E-95B9-49035F41CF1F}" type="parTrans" cxnId="{100A00F4-E559-6F4C-A74A-544FF1A97452}">
      <dgm:prSet/>
      <dgm:spPr/>
      <dgm:t>
        <a:bodyPr/>
        <a:lstStyle/>
        <a:p>
          <a:endParaRPr lang="en-US"/>
        </a:p>
      </dgm:t>
    </dgm:pt>
    <dgm:pt modelId="{F9BC2895-2AFA-7543-8A8B-07D95631B836}" type="sibTrans" cxnId="{100A00F4-E559-6F4C-A74A-544FF1A97452}">
      <dgm:prSet/>
      <dgm:spPr/>
      <dgm:t>
        <a:bodyPr/>
        <a:lstStyle/>
        <a:p>
          <a:endParaRPr lang="en-US"/>
        </a:p>
      </dgm:t>
    </dgm:pt>
    <dgm:pt modelId="{8DBC8D5C-862C-204B-AE06-8E1AEA50289B}">
      <dgm:prSet phldrT="[Text]"/>
      <dgm:spPr/>
      <dgm:t>
        <a:bodyPr/>
        <a:lstStyle/>
        <a:p>
          <a:r>
            <a:rPr lang="en-US" dirty="0"/>
            <a:t>No Depression</a:t>
          </a:r>
        </a:p>
        <a:p>
          <a:r>
            <a:rPr lang="en-US" dirty="0"/>
            <a:t>(5%)</a:t>
          </a:r>
        </a:p>
      </dgm:t>
    </dgm:pt>
    <dgm:pt modelId="{BD65E8B2-5C4A-3A43-807E-802838529358}" type="parTrans" cxnId="{85411645-EE48-3A43-A940-C7CDD9E8E9B0}">
      <dgm:prSet/>
      <dgm:spPr/>
      <dgm:t>
        <a:bodyPr/>
        <a:lstStyle/>
        <a:p>
          <a:endParaRPr lang="en-US"/>
        </a:p>
      </dgm:t>
    </dgm:pt>
    <dgm:pt modelId="{94FF8175-6B50-8A4C-AA2D-CE1E26EB78AB}" type="sibTrans" cxnId="{85411645-EE48-3A43-A940-C7CDD9E8E9B0}">
      <dgm:prSet/>
      <dgm:spPr/>
      <dgm:t>
        <a:bodyPr/>
        <a:lstStyle/>
        <a:p>
          <a:endParaRPr lang="en-US"/>
        </a:p>
      </dgm:t>
    </dgm:pt>
    <dgm:pt modelId="{2DC2CF56-612B-9041-A747-94D90D94652F}">
      <dgm:prSet phldrT="[Text]"/>
      <dgm:spPr/>
      <dgm:t>
        <a:bodyPr/>
        <a:lstStyle/>
        <a:p>
          <a:r>
            <a:rPr lang="en-US" dirty="0"/>
            <a:t>No Depression</a:t>
          </a:r>
        </a:p>
        <a:p>
          <a:r>
            <a:rPr lang="en-US" dirty="0"/>
            <a:t>(67%)</a:t>
          </a:r>
        </a:p>
      </dgm:t>
    </dgm:pt>
    <dgm:pt modelId="{9732CC87-50DE-5945-A5C9-2475D372904F}" type="parTrans" cxnId="{2346E849-119C-7D44-8073-DED00C77106E}">
      <dgm:prSet/>
      <dgm:spPr/>
      <dgm:t>
        <a:bodyPr/>
        <a:lstStyle/>
        <a:p>
          <a:endParaRPr lang="en-US"/>
        </a:p>
      </dgm:t>
    </dgm:pt>
    <dgm:pt modelId="{00D2F5DA-93BD-3445-A778-704C261D2D60}" type="sibTrans" cxnId="{2346E849-119C-7D44-8073-DED00C77106E}">
      <dgm:prSet/>
      <dgm:spPr/>
      <dgm:t>
        <a:bodyPr/>
        <a:lstStyle/>
        <a:p>
          <a:endParaRPr lang="en-US"/>
        </a:p>
      </dgm:t>
    </dgm:pt>
    <dgm:pt modelId="{A104B248-E717-024D-B6C1-2BCC5E1E691C}">
      <dgm:prSet phldrT="[Text]"/>
      <dgm:spPr/>
      <dgm:t>
        <a:bodyPr/>
        <a:lstStyle/>
        <a:p>
          <a:r>
            <a:rPr lang="en-US" dirty="0"/>
            <a:t>Depression</a:t>
          </a:r>
        </a:p>
        <a:p>
          <a:r>
            <a:rPr lang="en-US" dirty="0"/>
            <a:t>(9%)</a:t>
          </a:r>
        </a:p>
      </dgm:t>
    </dgm:pt>
    <dgm:pt modelId="{464F4375-2A1B-5B43-BA99-8811ED2A7C2F}" type="parTrans" cxnId="{9A439E41-84CD-2A4E-9C3A-BB52873F2C79}">
      <dgm:prSet/>
      <dgm:spPr/>
      <dgm:t>
        <a:bodyPr/>
        <a:lstStyle/>
        <a:p>
          <a:endParaRPr lang="en-US"/>
        </a:p>
      </dgm:t>
    </dgm:pt>
    <dgm:pt modelId="{8B3A0BDC-A36D-6F4F-A3B2-CB521E6B650F}" type="sibTrans" cxnId="{9A439E41-84CD-2A4E-9C3A-BB52873F2C79}">
      <dgm:prSet/>
      <dgm:spPr/>
      <dgm:t>
        <a:bodyPr/>
        <a:lstStyle/>
        <a:p>
          <a:endParaRPr lang="en-US"/>
        </a:p>
      </dgm:t>
    </dgm:pt>
    <dgm:pt modelId="{981FD3FF-4FDC-7348-A735-7839BFBC1AD0}">
      <dgm:prSet phldrT="[Text]"/>
      <dgm:spPr/>
      <dgm:t>
        <a:bodyPr/>
        <a:lstStyle/>
        <a:p>
          <a:r>
            <a:rPr lang="en-US" dirty="0"/>
            <a:t>No Depression</a:t>
          </a:r>
        </a:p>
        <a:p>
          <a:r>
            <a:rPr lang="en-US" dirty="0"/>
            <a:t>(58%)</a:t>
          </a:r>
        </a:p>
      </dgm:t>
    </dgm:pt>
    <dgm:pt modelId="{7FAF605B-3831-5A4D-9279-CCD2B1E6BCD3}" type="parTrans" cxnId="{DB2473AD-4031-864C-858C-DE2C13049547}">
      <dgm:prSet/>
      <dgm:spPr/>
      <dgm:t>
        <a:bodyPr/>
        <a:lstStyle/>
        <a:p>
          <a:endParaRPr lang="en-US"/>
        </a:p>
      </dgm:t>
    </dgm:pt>
    <dgm:pt modelId="{F5055F0B-AAFD-F24F-B3A0-CEE64F5D9DF5}" type="sibTrans" cxnId="{DB2473AD-4031-864C-858C-DE2C13049547}">
      <dgm:prSet/>
      <dgm:spPr/>
      <dgm:t>
        <a:bodyPr/>
        <a:lstStyle/>
        <a:p>
          <a:endParaRPr lang="en-US"/>
        </a:p>
      </dgm:t>
    </dgm:pt>
    <dgm:pt modelId="{0A2B7D45-B81C-EB4E-9E56-C9D599C1EA4C}" type="pres">
      <dgm:prSet presAssocID="{AC88FA02-E26C-654B-81CF-5BA45261280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446597E-B77D-294B-AD4A-3802890103A9}" type="pres">
      <dgm:prSet presAssocID="{F4E2081F-63DB-054C-8E05-01457DA4834C}" presName="root1" presStyleCnt="0"/>
      <dgm:spPr/>
    </dgm:pt>
    <dgm:pt modelId="{2E5FC662-F01F-564C-898F-394F93CB760D}" type="pres">
      <dgm:prSet presAssocID="{F4E2081F-63DB-054C-8E05-01457DA4834C}" presName="LevelOneTextNode" presStyleLbl="node0" presStyleIdx="0" presStyleCnt="2" custScaleY="120692" custLinFactX="-85772" custLinFactNeighborX="-100000" custLinFactNeighborY="-4733">
        <dgm:presLayoutVars>
          <dgm:chPref val="3"/>
        </dgm:presLayoutVars>
      </dgm:prSet>
      <dgm:spPr/>
    </dgm:pt>
    <dgm:pt modelId="{A5FD2A97-E3D1-5646-99B1-46503C3ADCE3}" type="pres">
      <dgm:prSet presAssocID="{F4E2081F-63DB-054C-8E05-01457DA4834C}" presName="level2hierChild" presStyleCnt="0"/>
      <dgm:spPr/>
    </dgm:pt>
    <dgm:pt modelId="{4A8F173B-B647-7A41-86BE-25DBD6786A22}" type="pres">
      <dgm:prSet presAssocID="{9FFB8D0C-5D8D-A54F-AA23-43BA58E13957}" presName="conn2-1" presStyleLbl="parChTrans1D2" presStyleIdx="0" presStyleCnt="4"/>
      <dgm:spPr/>
    </dgm:pt>
    <dgm:pt modelId="{0D7CBDA5-C626-AB44-A9E0-E59EA3DAB988}" type="pres">
      <dgm:prSet presAssocID="{9FFB8D0C-5D8D-A54F-AA23-43BA58E13957}" presName="connTx" presStyleLbl="parChTrans1D2" presStyleIdx="0" presStyleCnt="4"/>
      <dgm:spPr/>
    </dgm:pt>
    <dgm:pt modelId="{5B50D4CE-8831-DF43-8A22-11FB9A2CD855}" type="pres">
      <dgm:prSet presAssocID="{D238D083-AC2D-8D40-8622-893E12E5FCF2}" presName="root2" presStyleCnt="0"/>
      <dgm:spPr/>
    </dgm:pt>
    <dgm:pt modelId="{896D4C72-30F4-FF48-853D-1049BFE01D2C}" type="pres">
      <dgm:prSet presAssocID="{D238D083-AC2D-8D40-8622-893E12E5FCF2}" presName="LevelTwoTextNode" presStyleLbl="node2" presStyleIdx="0" presStyleCnt="4">
        <dgm:presLayoutVars>
          <dgm:chPref val="3"/>
        </dgm:presLayoutVars>
      </dgm:prSet>
      <dgm:spPr/>
    </dgm:pt>
    <dgm:pt modelId="{9B5822D3-691A-2A45-BE9D-4E33DBA4470E}" type="pres">
      <dgm:prSet presAssocID="{D238D083-AC2D-8D40-8622-893E12E5FCF2}" presName="level3hierChild" presStyleCnt="0"/>
      <dgm:spPr/>
    </dgm:pt>
    <dgm:pt modelId="{DE37681E-BED7-684E-AC4B-8B3792C35BF1}" type="pres">
      <dgm:prSet presAssocID="{ADA58918-6C14-954A-A082-0CEA2D61206F}" presName="conn2-1" presStyleLbl="parChTrans1D3" presStyleIdx="0" presStyleCnt="8"/>
      <dgm:spPr/>
    </dgm:pt>
    <dgm:pt modelId="{97049DFB-0807-D744-9371-357846179C70}" type="pres">
      <dgm:prSet presAssocID="{ADA58918-6C14-954A-A082-0CEA2D61206F}" presName="connTx" presStyleLbl="parChTrans1D3" presStyleIdx="0" presStyleCnt="8"/>
      <dgm:spPr/>
    </dgm:pt>
    <dgm:pt modelId="{4529E655-EF0E-6D47-8FAA-4E87558B9394}" type="pres">
      <dgm:prSet presAssocID="{FE203C43-0397-5641-B440-908474CF6BA0}" presName="root2" presStyleCnt="0"/>
      <dgm:spPr/>
    </dgm:pt>
    <dgm:pt modelId="{B1C9D90C-1896-AB48-8AE1-1708F95E90D7}" type="pres">
      <dgm:prSet presAssocID="{FE203C43-0397-5641-B440-908474CF6BA0}" presName="LevelTwoTextNode" presStyleLbl="node3" presStyleIdx="0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E82127B4-FA18-DB47-90EA-BE73AF10D416}" type="pres">
      <dgm:prSet presAssocID="{FE203C43-0397-5641-B440-908474CF6BA0}" presName="level3hierChild" presStyleCnt="0"/>
      <dgm:spPr/>
    </dgm:pt>
    <dgm:pt modelId="{B0F47049-9A2A-E145-AAB8-864E8AA8D5DA}" type="pres">
      <dgm:prSet presAssocID="{A053D9A8-1B1C-0D45-A3FE-6BE45B0637DC}" presName="conn2-1" presStyleLbl="parChTrans1D3" presStyleIdx="1" presStyleCnt="8"/>
      <dgm:spPr/>
    </dgm:pt>
    <dgm:pt modelId="{E4F23EF9-12CA-D945-926B-177F3D39605F}" type="pres">
      <dgm:prSet presAssocID="{A053D9A8-1B1C-0D45-A3FE-6BE45B0637DC}" presName="connTx" presStyleLbl="parChTrans1D3" presStyleIdx="1" presStyleCnt="8"/>
      <dgm:spPr/>
    </dgm:pt>
    <dgm:pt modelId="{48698FCD-74C6-1C42-B232-0905A9E56745}" type="pres">
      <dgm:prSet presAssocID="{F75392F1-0086-B34B-903D-5577B876A274}" presName="root2" presStyleCnt="0"/>
      <dgm:spPr/>
    </dgm:pt>
    <dgm:pt modelId="{660C7D95-FDDA-B043-A878-982736C48441}" type="pres">
      <dgm:prSet presAssocID="{F75392F1-0086-B34B-903D-5577B876A274}" presName="LevelTwoTextNode" presStyleLbl="node3" presStyleIdx="1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A8F0CA44-6FC0-4042-A602-62504BA7EE2B}" type="pres">
      <dgm:prSet presAssocID="{F75392F1-0086-B34B-903D-5577B876A274}" presName="level3hierChild" presStyleCnt="0"/>
      <dgm:spPr/>
    </dgm:pt>
    <dgm:pt modelId="{075242B2-B3A3-8B40-8050-9908343CAEF6}" type="pres">
      <dgm:prSet presAssocID="{B187BCB6-89ED-6747-B34D-AE746DED10B5}" presName="conn2-1" presStyleLbl="parChTrans1D2" presStyleIdx="1" presStyleCnt="4"/>
      <dgm:spPr/>
    </dgm:pt>
    <dgm:pt modelId="{3F7963CF-D28D-F247-B38F-05140F8A49E8}" type="pres">
      <dgm:prSet presAssocID="{B187BCB6-89ED-6747-B34D-AE746DED10B5}" presName="connTx" presStyleLbl="parChTrans1D2" presStyleIdx="1" presStyleCnt="4"/>
      <dgm:spPr/>
    </dgm:pt>
    <dgm:pt modelId="{012BF84D-2D7E-1E45-91D8-3FF026860D07}" type="pres">
      <dgm:prSet presAssocID="{90EDD8AE-3EE5-8945-80E1-1DA0A9AA3E25}" presName="root2" presStyleCnt="0"/>
      <dgm:spPr/>
    </dgm:pt>
    <dgm:pt modelId="{4915C9F8-0459-0C47-A384-D827DE26DDB9}" type="pres">
      <dgm:prSet presAssocID="{90EDD8AE-3EE5-8945-80E1-1DA0A9AA3E25}" presName="LevelTwoTextNode" presStyleLbl="node2" presStyleIdx="1" presStyleCnt="4">
        <dgm:presLayoutVars>
          <dgm:chPref val="3"/>
        </dgm:presLayoutVars>
      </dgm:prSet>
      <dgm:spPr/>
    </dgm:pt>
    <dgm:pt modelId="{63A84559-FA0F-1D4C-A0D4-38051DB9E924}" type="pres">
      <dgm:prSet presAssocID="{90EDD8AE-3EE5-8945-80E1-1DA0A9AA3E25}" presName="level3hierChild" presStyleCnt="0"/>
      <dgm:spPr/>
    </dgm:pt>
    <dgm:pt modelId="{FB5A3570-B08A-7F4D-9F40-D6F646F5D27D}" type="pres">
      <dgm:prSet presAssocID="{F5ABB958-ADD6-844E-8AAC-7F84FF61CE78}" presName="conn2-1" presStyleLbl="parChTrans1D3" presStyleIdx="2" presStyleCnt="8"/>
      <dgm:spPr/>
    </dgm:pt>
    <dgm:pt modelId="{DACD119E-E0D6-834D-8412-F957A4CCEE37}" type="pres">
      <dgm:prSet presAssocID="{F5ABB958-ADD6-844E-8AAC-7F84FF61CE78}" presName="connTx" presStyleLbl="parChTrans1D3" presStyleIdx="2" presStyleCnt="8"/>
      <dgm:spPr/>
    </dgm:pt>
    <dgm:pt modelId="{18EFD333-3BBA-874F-975A-5E7F4880430A}" type="pres">
      <dgm:prSet presAssocID="{4640C1E4-8F80-5742-B2B0-D5C486FEAF14}" presName="root2" presStyleCnt="0"/>
      <dgm:spPr/>
    </dgm:pt>
    <dgm:pt modelId="{329B4990-3DCB-0B41-AE65-1385FBF540C0}" type="pres">
      <dgm:prSet presAssocID="{4640C1E4-8F80-5742-B2B0-D5C486FEAF14}" presName="LevelTwoTextNode" presStyleLbl="node3" presStyleIdx="2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24552897-AEE0-EF48-AA4A-9400AD0D51B9}" type="pres">
      <dgm:prSet presAssocID="{4640C1E4-8F80-5742-B2B0-D5C486FEAF14}" presName="level3hierChild" presStyleCnt="0"/>
      <dgm:spPr/>
    </dgm:pt>
    <dgm:pt modelId="{25EE9E64-36F1-AC49-9054-9C6C54E3993A}" type="pres">
      <dgm:prSet presAssocID="{02F22403-1040-E147-B929-91FBFB629467}" presName="conn2-1" presStyleLbl="parChTrans1D3" presStyleIdx="3" presStyleCnt="8"/>
      <dgm:spPr/>
    </dgm:pt>
    <dgm:pt modelId="{4C80AD50-C00F-0D4D-AEF9-4D24E0E59F44}" type="pres">
      <dgm:prSet presAssocID="{02F22403-1040-E147-B929-91FBFB629467}" presName="connTx" presStyleLbl="parChTrans1D3" presStyleIdx="3" presStyleCnt="8"/>
      <dgm:spPr/>
    </dgm:pt>
    <dgm:pt modelId="{97CF9F0F-4BDC-904B-8698-5A654B8F002F}" type="pres">
      <dgm:prSet presAssocID="{CE163051-2624-9847-83D1-231631005E55}" presName="root2" presStyleCnt="0"/>
      <dgm:spPr/>
    </dgm:pt>
    <dgm:pt modelId="{8FA60B2A-AFF2-F144-931B-543F6C001782}" type="pres">
      <dgm:prSet presAssocID="{CE163051-2624-9847-83D1-231631005E55}" presName="LevelTwoTextNode" presStyleLbl="node3" presStyleIdx="3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6FFB2872-B6D9-DD45-BADE-77F8192757BA}" type="pres">
      <dgm:prSet presAssocID="{CE163051-2624-9847-83D1-231631005E55}" presName="level3hierChild" presStyleCnt="0"/>
      <dgm:spPr/>
    </dgm:pt>
    <dgm:pt modelId="{296EABEF-2B83-064B-BA99-7D4BFF34BB53}" type="pres">
      <dgm:prSet presAssocID="{D7FF0505-92D5-5845-8C42-26EE5371492A}" presName="root1" presStyleCnt="0"/>
      <dgm:spPr/>
    </dgm:pt>
    <dgm:pt modelId="{B42D8C23-0A95-6F41-A643-05DCA24DA714}" type="pres">
      <dgm:prSet presAssocID="{D7FF0505-92D5-5845-8C42-26EE5371492A}" presName="LevelOneTextNode" presStyleLbl="node0" presStyleIdx="1" presStyleCnt="2" custScaleY="120692" custLinFactX="-85772" custLinFactNeighborX="-100000" custLinFactNeighborY="-4733">
        <dgm:presLayoutVars>
          <dgm:chPref val="3"/>
        </dgm:presLayoutVars>
      </dgm:prSet>
      <dgm:spPr/>
    </dgm:pt>
    <dgm:pt modelId="{D4E52834-C9CC-824B-9910-FEC106063219}" type="pres">
      <dgm:prSet presAssocID="{D7FF0505-92D5-5845-8C42-26EE5371492A}" presName="level2hierChild" presStyleCnt="0"/>
      <dgm:spPr/>
    </dgm:pt>
    <dgm:pt modelId="{1D53ED84-5BCF-A345-82EA-FC755FFC04E4}" type="pres">
      <dgm:prSet presAssocID="{BC0B8549-9A68-5C43-BEF6-C078AC871F59}" presName="conn2-1" presStyleLbl="parChTrans1D2" presStyleIdx="2" presStyleCnt="4"/>
      <dgm:spPr/>
    </dgm:pt>
    <dgm:pt modelId="{CFA014F1-A21D-5F4E-9684-701C118B5AD3}" type="pres">
      <dgm:prSet presAssocID="{BC0B8549-9A68-5C43-BEF6-C078AC871F59}" presName="connTx" presStyleLbl="parChTrans1D2" presStyleIdx="2" presStyleCnt="4"/>
      <dgm:spPr/>
    </dgm:pt>
    <dgm:pt modelId="{AC6190D1-DF4C-5147-8BF9-683A56AE9E89}" type="pres">
      <dgm:prSet presAssocID="{6A61B639-E072-F14B-8E79-B63F3E282315}" presName="root2" presStyleCnt="0"/>
      <dgm:spPr/>
    </dgm:pt>
    <dgm:pt modelId="{08FB15AD-8641-2048-90BC-187BB0959AC8}" type="pres">
      <dgm:prSet presAssocID="{6A61B639-E072-F14B-8E79-B63F3E282315}" presName="LevelTwoTextNode" presStyleLbl="node2" presStyleIdx="2" presStyleCnt="4">
        <dgm:presLayoutVars>
          <dgm:chPref val="3"/>
        </dgm:presLayoutVars>
      </dgm:prSet>
      <dgm:spPr/>
    </dgm:pt>
    <dgm:pt modelId="{1FE24A96-1C24-EF48-8F7E-E964F17BA9A6}" type="pres">
      <dgm:prSet presAssocID="{6A61B639-E072-F14B-8E79-B63F3E282315}" presName="level3hierChild" presStyleCnt="0"/>
      <dgm:spPr/>
    </dgm:pt>
    <dgm:pt modelId="{C43E5C8D-3C1B-4D4C-B3BC-CCB015EF3C93}" type="pres">
      <dgm:prSet presAssocID="{2ADA2F4C-D522-644E-95B9-49035F41CF1F}" presName="conn2-1" presStyleLbl="parChTrans1D3" presStyleIdx="4" presStyleCnt="8"/>
      <dgm:spPr/>
    </dgm:pt>
    <dgm:pt modelId="{9DD967A3-BBC2-E448-AB4E-66CDEFD21360}" type="pres">
      <dgm:prSet presAssocID="{2ADA2F4C-D522-644E-95B9-49035F41CF1F}" presName="connTx" presStyleLbl="parChTrans1D3" presStyleIdx="4" presStyleCnt="8"/>
      <dgm:spPr/>
    </dgm:pt>
    <dgm:pt modelId="{028B7817-ECC8-754F-BA2E-4A7AA91C94E6}" type="pres">
      <dgm:prSet presAssocID="{3527A5BF-EFFD-5547-B658-887366A70139}" presName="root2" presStyleCnt="0"/>
      <dgm:spPr/>
    </dgm:pt>
    <dgm:pt modelId="{B3882E92-45C7-5E4F-875E-0D0594DC9FA3}" type="pres">
      <dgm:prSet presAssocID="{3527A5BF-EFFD-5547-B658-887366A70139}" presName="LevelTwoTextNode" presStyleLbl="node3" presStyleIdx="4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A2192A59-FF89-8642-8394-9CDC30227BFD}" type="pres">
      <dgm:prSet presAssocID="{3527A5BF-EFFD-5547-B658-887366A70139}" presName="level3hierChild" presStyleCnt="0"/>
      <dgm:spPr/>
    </dgm:pt>
    <dgm:pt modelId="{49B99774-E821-324B-ADA8-718775DC50C0}" type="pres">
      <dgm:prSet presAssocID="{BD65E8B2-5C4A-3A43-807E-802838529358}" presName="conn2-1" presStyleLbl="parChTrans1D3" presStyleIdx="5" presStyleCnt="8"/>
      <dgm:spPr/>
    </dgm:pt>
    <dgm:pt modelId="{3E133CE1-6788-B242-8239-D51D0D3C98B2}" type="pres">
      <dgm:prSet presAssocID="{BD65E8B2-5C4A-3A43-807E-802838529358}" presName="connTx" presStyleLbl="parChTrans1D3" presStyleIdx="5" presStyleCnt="8"/>
      <dgm:spPr/>
    </dgm:pt>
    <dgm:pt modelId="{34C4B65F-CFDC-4B46-B91F-B153F7290042}" type="pres">
      <dgm:prSet presAssocID="{8DBC8D5C-862C-204B-AE06-8E1AEA50289B}" presName="root2" presStyleCnt="0"/>
      <dgm:spPr/>
    </dgm:pt>
    <dgm:pt modelId="{CC4BD005-3731-C24A-B67B-0732358B31D6}" type="pres">
      <dgm:prSet presAssocID="{8DBC8D5C-862C-204B-AE06-8E1AEA50289B}" presName="LevelTwoTextNode" presStyleLbl="node3" presStyleIdx="5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98E728FE-9909-B545-AE33-B14CF78B62E7}" type="pres">
      <dgm:prSet presAssocID="{8DBC8D5C-862C-204B-AE06-8E1AEA50289B}" presName="level3hierChild" presStyleCnt="0"/>
      <dgm:spPr/>
    </dgm:pt>
    <dgm:pt modelId="{01807F8B-185B-DA4B-8E22-FEF75220C754}" type="pres">
      <dgm:prSet presAssocID="{9732CC87-50DE-5945-A5C9-2475D372904F}" presName="conn2-1" presStyleLbl="parChTrans1D2" presStyleIdx="3" presStyleCnt="4"/>
      <dgm:spPr/>
    </dgm:pt>
    <dgm:pt modelId="{27B06943-7103-CD46-B78D-1CE2ECFDC367}" type="pres">
      <dgm:prSet presAssocID="{9732CC87-50DE-5945-A5C9-2475D372904F}" presName="connTx" presStyleLbl="parChTrans1D2" presStyleIdx="3" presStyleCnt="4"/>
      <dgm:spPr/>
    </dgm:pt>
    <dgm:pt modelId="{35C340C9-5E38-154E-B9E8-6A2C5951982F}" type="pres">
      <dgm:prSet presAssocID="{2DC2CF56-612B-9041-A747-94D90D94652F}" presName="root2" presStyleCnt="0"/>
      <dgm:spPr/>
    </dgm:pt>
    <dgm:pt modelId="{612D52B8-05F1-2043-9EA1-CC12681D5010}" type="pres">
      <dgm:prSet presAssocID="{2DC2CF56-612B-9041-A747-94D90D94652F}" presName="LevelTwoTextNode" presStyleLbl="node2" presStyleIdx="3" presStyleCnt="4">
        <dgm:presLayoutVars>
          <dgm:chPref val="3"/>
        </dgm:presLayoutVars>
      </dgm:prSet>
      <dgm:spPr/>
    </dgm:pt>
    <dgm:pt modelId="{FC570CD3-3864-6140-944D-33B623293346}" type="pres">
      <dgm:prSet presAssocID="{2DC2CF56-612B-9041-A747-94D90D94652F}" presName="level3hierChild" presStyleCnt="0"/>
      <dgm:spPr/>
    </dgm:pt>
    <dgm:pt modelId="{49C088E2-786D-094D-BA22-F9C00DAE26DC}" type="pres">
      <dgm:prSet presAssocID="{464F4375-2A1B-5B43-BA99-8811ED2A7C2F}" presName="conn2-1" presStyleLbl="parChTrans1D3" presStyleIdx="6" presStyleCnt="8"/>
      <dgm:spPr/>
    </dgm:pt>
    <dgm:pt modelId="{78628FC3-7492-9F42-9B27-71CDE98114F0}" type="pres">
      <dgm:prSet presAssocID="{464F4375-2A1B-5B43-BA99-8811ED2A7C2F}" presName="connTx" presStyleLbl="parChTrans1D3" presStyleIdx="6" presStyleCnt="8"/>
      <dgm:spPr/>
    </dgm:pt>
    <dgm:pt modelId="{6A0131DC-6EB5-C445-A69C-6E4CE6A8369D}" type="pres">
      <dgm:prSet presAssocID="{A104B248-E717-024D-B6C1-2BCC5E1E691C}" presName="root2" presStyleCnt="0"/>
      <dgm:spPr/>
    </dgm:pt>
    <dgm:pt modelId="{3A1D92EF-0638-7549-95B4-062805C956D2}" type="pres">
      <dgm:prSet presAssocID="{A104B248-E717-024D-B6C1-2BCC5E1E691C}" presName="LevelTwoTextNode" presStyleLbl="node3" presStyleIdx="6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45AF0770-7C7E-1645-A0B1-CEF80DFEA651}" type="pres">
      <dgm:prSet presAssocID="{A104B248-E717-024D-B6C1-2BCC5E1E691C}" presName="level3hierChild" presStyleCnt="0"/>
      <dgm:spPr/>
    </dgm:pt>
    <dgm:pt modelId="{05FAEBF8-D47F-9943-A421-8FBE6B400448}" type="pres">
      <dgm:prSet presAssocID="{7FAF605B-3831-5A4D-9279-CCD2B1E6BCD3}" presName="conn2-1" presStyleLbl="parChTrans1D3" presStyleIdx="7" presStyleCnt="8"/>
      <dgm:spPr/>
    </dgm:pt>
    <dgm:pt modelId="{AF3B8ADA-0536-7944-98D7-7A30B8BD2D08}" type="pres">
      <dgm:prSet presAssocID="{7FAF605B-3831-5A4D-9279-CCD2B1E6BCD3}" presName="connTx" presStyleLbl="parChTrans1D3" presStyleIdx="7" presStyleCnt="8"/>
      <dgm:spPr/>
    </dgm:pt>
    <dgm:pt modelId="{1BA615A3-BEC0-D240-88D2-27CACB19706D}" type="pres">
      <dgm:prSet presAssocID="{981FD3FF-4FDC-7348-A735-7839BFBC1AD0}" presName="root2" presStyleCnt="0"/>
      <dgm:spPr/>
    </dgm:pt>
    <dgm:pt modelId="{018AD1AC-D1FC-A640-9CD9-33D5E86EF636}" type="pres">
      <dgm:prSet presAssocID="{981FD3FF-4FDC-7348-A735-7839BFBC1AD0}" presName="LevelTwoTextNode" presStyleLbl="node3" presStyleIdx="7" presStyleCnt="8" custScaleX="120692" custLinFactX="17013" custLinFactNeighborX="100000" custLinFactNeighborY="-97">
        <dgm:presLayoutVars>
          <dgm:chPref val="3"/>
        </dgm:presLayoutVars>
      </dgm:prSet>
      <dgm:spPr/>
    </dgm:pt>
    <dgm:pt modelId="{649AA6F7-8759-EA4D-8331-16634BF3E64C}" type="pres">
      <dgm:prSet presAssocID="{981FD3FF-4FDC-7348-A735-7839BFBC1AD0}" presName="level3hierChild" presStyleCnt="0"/>
      <dgm:spPr/>
    </dgm:pt>
  </dgm:ptLst>
  <dgm:cxnLst>
    <dgm:cxn modelId="{EE269600-78DF-D041-9077-E909E656B6EC}" srcId="{F4E2081F-63DB-054C-8E05-01457DA4834C}" destId="{90EDD8AE-3EE5-8945-80E1-1DA0A9AA3E25}" srcOrd="1" destOrd="0" parTransId="{B187BCB6-89ED-6747-B34D-AE746DED10B5}" sibTransId="{4E7217F9-D617-8242-ACF9-66D1D7A8DB32}"/>
    <dgm:cxn modelId="{7ED9F500-7AE7-5244-B15F-E6CA726A20EC}" type="presOf" srcId="{6A61B639-E072-F14B-8E79-B63F3E282315}" destId="{08FB15AD-8641-2048-90BC-187BB0959AC8}" srcOrd="0" destOrd="0" presId="urn:microsoft.com/office/officeart/2005/8/layout/hierarchy2"/>
    <dgm:cxn modelId="{DC41BA0C-170F-8F45-9267-4C8C0BD711C2}" type="presOf" srcId="{AC88FA02-E26C-654B-81CF-5BA45261280F}" destId="{0A2B7D45-B81C-EB4E-9E56-C9D599C1EA4C}" srcOrd="0" destOrd="0" presId="urn:microsoft.com/office/officeart/2005/8/layout/hierarchy2"/>
    <dgm:cxn modelId="{6513B724-5057-4742-9482-00B6A2624CFE}" type="presOf" srcId="{8DBC8D5C-862C-204B-AE06-8E1AEA50289B}" destId="{CC4BD005-3731-C24A-B67B-0732358B31D6}" srcOrd="0" destOrd="0" presId="urn:microsoft.com/office/officeart/2005/8/layout/hierarchy2"/>
    <dgm:cxn modelId="{099F0926-4852-A945-A4F1-10B87A07A77A}" type="presOf" srcId="{90EDD8AE-3EE5-8945-80E1-1DA0A9AA3E25}" destId="{4915C9F8-0459-0C47-A384-D827DE26DDB9}" srcOrd="0" destOrd="0" presId="urn:microsoft.com/office/officeart/2005/8/layout/hierarchy2"/>
    <dgm:cxn modelId="{87638027-0A06-404F-B3E1-88A0C09FF050}" type="presOf" srcId="{D238D083-AC2D-8D40-8622-893E12E5FCF2}" destId="{896D4C72-30F4-FF48-853D-1049BFE01D2C}" srcOrd="0" destOrd="0" presId="urn:microsoft.com/office/officeart/2005/8/layout/hierarchy2"/>
    <dgm:cxn modelId="{46F04A28-5FBD-FA4E-B309-2A2C3BEB3E5E}" type="presOf" srcId="{02F22403-1040-E147-B929-91FBFB629467}" destId="{25EE9E64-36F1-AC49-9054-9C6C54E3993A}" srcOrd="0" destOrd="0" presId="urn:microsoft.com/office/officeart/2005/8/layout/hierarchy2"/>
    <dgm:cxn modelId="{69F4722B-971C-1B4A-9FB3-6D2069B1790D}" type="presOf" srcId="{BD65E8B2-5C4A-3A43-807E-802838529358}" destId="{49B99774-E821-324B-ADA8-718775DC50C0}" srcOrd="0" destOrd="0" presId="urn:microsoft.com/office/officeart/2005/8/layout/hierarchy2"/>
    <dgm:cxn modelId="{B0597C2D-0EE1-1247-AEF6-4D8015BC46C5}" type="presOf" srcId="{BC0B8549-9A68-5C43-BEF6-C078AC871F59}" destId="{1D53ED84-5BCF-A345-82EA-FC755FFC04E4}" srcOrd="0" destOrd="0" presId="urn:microsoft.com/office/officeart/2005/8/layout/hierarchy2"/>
    <dgm:cxn modelId="{7204022E-909F-7A47-AF6F-195BB47B37B4}" type="presOf" srcId="{7FAF605B-3831-5A4D-9279-CCD2B1E6BCD3}" destId="{AF3B8ADA-0536-7944-98D7-7A30B8BD2D08}" srcOrd="1" destOrd="0" presId="urn:microsoft.com/office/officeart/2005/8/layout/hierarchy2"/>
    <dgm:cxn modelId="{9ADC3031-3846-E24E-BF12-5288CE5DD5EB}" type="presOf" srcId="{9732CC87-50DE-5945-A5C9-2475D372904F}" destId="{01807F8B-185B-DA4B-8E22-FEF75220C754}" srcOrd="0" destOrd="0" presId="urn:microsoft.com/office/officeart/2005/8/layout/hierarchy2"/>
    <dgm:cxn modelId="{785B4131-ED7B-E640-8D21-B048243388BB}" type="presOf" srcId="{BC0B8549-9A68-5C43-BEF6-C078AC871F59}" destId="{CFA014F1-A21D-5F4E-9684-701C118B5AD3}" srcOrd="1" destOrd="0" presId="urn:microsoft.com/office/officeart/2005/8/layout/hierarchy2"/>
    <dgm:cxn modelId="{A99EA540-2385-AD46-A621-DF37CA472A0F}" type="presOf" srcId="{A053D9A8-1B1C-0D45-A3FE-6BE45B0637DC}" destId="{E4F23EF9-12CA-D945-926B-177F3D39605F}" srcOrd="1" destOrd="0" presId="urn:microsoft.com/office/officeart/2005/8/layout/hierarchy2"/>
    <dgm:cxn modelId="{9A439E41-84CD-2A4E-9C3A-BB52873F2C79}" srcId="{2DC2CF56-612B-9041-A747-94D90D94652F}" destId="{A104B248-E717-024D-B6C1-2BCC5E1E691C}" srcOrd="0" destOrd="0" parTransId="{464F4375-2A1B-5B43-BA99-8811ED2A7C2F}" sibTransId="{8B3A0BDC-A36D-6F4F-A3B2-CB521E6B650F}"/>
    <dgm:cxn modelId="{85411645-EE48-3A43-A940-C7CDD9E8E9B0}" srcId="{6A61B639-E072-F14B-8E79-B63F3E282315}" destId="{8DBC8D5C-862C-204B-AE06-8E1AEA50289B}" srcOrd="1" destOrd="0" parTransId="{BD65E8B2-5C4A-3A43-807E-802838529358}" sibTransId="{94FF8175-6B50-8A4C-AA2D-CE1E26EB78AB}"/>
    <dgm:cxn modelId="{D7B33A47-549F-9F48-8AE8-89B93E0EF01B}" srcId="{AC88FA02-E26C-654B-81CF-5BA45261280F}" destId="{F4E2081F-63DB-054C-8E05-01457DA4834C}" srcOrd="0" destOrd="0" parTransId="{1E129362-902B-A346-B9C5-E47208DA3544}" sibTransId="{C161670C-90E3-3846-A73D-E4411206A398}"/>
    <dgm:cxn modelId="{5978A947-BF7C-2543-AA35-F7BF69BB84F8}" type="presOf" srcId="{F5ABB958-ADD6-844E-8AAC-7F84FF61CE78}" destId="{FB5A3570-B08A-7F4D-9F40-D6F646F5D27D}" srcOrd="0" destOrd="0" presId="urn:microsoft.com/office/officeart/2005/8/layout/hierarchy2"/>
    <dgm:cxn modelId="{2346E849-119C-7D44-8073-DED00C77106E}" srcId="{D7FF0505-92D5-5845-8C42-26EE5371492A}" destId="{2DC2CF56-612B-9041-A747-94D90D94652F}" srcOrd="1" destOrd="0" parTransId="{9732CC87-50DE-5945-A5C9-2475D372904F}" sibTransId="{00D2F5DA-93BD-3445-A778-704C261D2D60}"/>
    <dgm:cxn modelId="{D60E894A-68E8-2B47-BBD0-B3C78F167D6B}" type="presOf" srcId="{9732CC87-50DE-5945-A5C9-2475D372904F}" destId="{27B06943-7103-CD46-B78D-1CE2ECFDC367}" srcOrd="1" destOrd="0" presId="urn:microsoft.com/office/officeart/2005/8/layout/hierarchy2"/>
    <dgm:cxn modelId="{2DF5274C-268D-2F4E-845F-98370019B278}" srcId="{D238D083-AC2D-8D40-8622-893E12E5FCF2}" destId="{FE203C43-0397-5641-B440-908474CF6BA0}" srcOrd="0" destOrd="0" parTransId="{ADA58918-6C14-954A-A082-0CEA2D61206F}" sibTransId="{8191346F-692A-6340-ACD0-653918877889}"/>
    <dgm:cxn modelId="{267AA154-6A6C-1E42-BC70-B77997420711}" type="presOf" srcId="{7FAF605B-3831-5A4D-9279-CCD2B1E6BCD3}" destId="{05FAEBF8-D47F-9943-A421-8FBE6B400448}" srcOrd="0" destOrd="0" presId="urn:microsoft.com/office/officeart/2005/8/layout/hierarchy2"/>
    <dgm:cxn modelId="{22498D5B-9314-BC46-9A84-DF9C5F5F382F}" srcId="{D7FF0505-92D5-5845-8C42-26EE5371492A}" destId="{6A61B639-E072-F14B-8E79-B63F3E282315}" srcOrd="0" destOrd="0" parTransId="{BC0B8549-9A68-5C43-BEF6-C078AC871F59}" sibTransId="{A8769F09-FC28-B941-A0CC-86D390CB8B30}"/>
    <dgm:cxn modelId="{74C4F161-722D-5649-AF93-71D9AFB39D11}" type="presOf" srcId="{ADA58918-6C14-954A-A082-0CEA2D61206F}" destId="{97049DFB-0807-D744-9371-357846179C70}" srcOrd="1" destOrd="0" presId="urn:microsoft.com/office/officeart/2005/8/layout/hierarchy2"/>
    <dgm:cxn modelId="{56CA6B64-DF1F-9944-BEB5-E4B21EEA0F01}" type="presOf" srcId="{4640C1E4-8F80-5742-B2B0-D5C486FEAF14}" destId="{329B4990-3DCB-0B41-AE65-1385FBF540C0}" srcOrd="0" destOrd="0" presId="urn:microsoft.com/office/officeart/2005/8/layout/hierarchy2"/>
    <dgm:cxn modelId="{5BFDDA66-7170-6B4F-ADAD-B27672E7DF21}" srcId="{AC88FA02-E26C-654B-81CF-5BA45261280F}" destId="{D7FF0505-92D5-5845-8C42-26EE5371492A}" srcOrd="1" destOrd="0" parTransId="{A91287EE-91C7-8F4B-A313-FCAF4852FB17}" sibTransId="{CAC6F734-7FC0-E54B-9BB0-07982EC0F150}"/>
    <dgm:cxn modelId="{836DD168-39CC-2A44-AEBD-21639BBBCD03}" type="presOf" srcId="{F75392F1-0086-B34B-903D-5577B876A274}" destId="{660C7D95-FDDA-B043-A878-982736C48441}" srcOrd="0" destOrd="0" presId="urn:microsoft.com/office/officeart/2005/8/layout/hierarchy2"/>
    <dgm:cxn modelId="{6DF56479-AFFB-804B-958D-C230ED810B80}" type="presOf" srcId="{FE203C43-0397-5641-B440-908474CF6BA0}" destId="{B1C9D90C-1896-AB48-8AE1-1708F95E90D7}" srcOrd="0" destOrd="0" presId="urn:microsoft.com/office/officeart/2005/8/layout/hierarchy2"/>
    <dgm:cxn modelId="{6497E48F-649E-D04F-A95B-44F915A817CF}" type="presOf" srcId="{981FD3FF-4FDC-7348-A735-7839BFBC1AD0}" destId="{018AD1AC-D1FC-A640-9CD9-33D5E86EF636}" srcOrd="0" destOrd="0" presId="urn:microsoft.com/office/officeart/2005/8/layout/hierarchy2"/>
    <dgm:cxn modelId="{9AB67A94-8AFD-B141-977F-8B7EB7FA3627}" type="presOf" srcId="{3527A5BF-EFFD-5547-B658-887366A70139}" destId="{B3882E92-45C7-5E4F-875E-0D0594DC9FA3}" srcOrd="0" destOrd="0" presId="urn:microsoft.com/office/officeart/2005/8/layout/hierarchy2"/>
    <dgm:cxn modelId="{0A17C394-37D4-5246-A66A-FB824103E3AC}" srcId="{90EDD8AE-3EE5-8945-80E1-1DA0A9AA3E25}" destId="{CE163051-2624-9847-83D1-231631005E55}" srcOrd="1" destOrd="0" parTransId="{02F22403-1040-E147-B929-91FBFB629467}" sibTransId="{1D64C5B2-365B-ED4C-8B77-0298DB2E85B7}"/>
    <dgm:cxn modelId="{EACAB9A0-62B4-C44B-B5EB-606004670A51}" type="presOf" srcId="{9FFB8D0C-5D8D-A54F-AA23-43BA58E13957}" destId="{4A8F173B-B647-7A41-86BE-25DBD6786A22}" srcOrd="0" destOrd="0" presId="urn:microsoft.com/office/officeart/2005/8/layout/hierarchy2"/>
    <dgm:cxn modelId="{7297B9AB-270F-C843-A818-11273D6DE577}" type="presOf" srcId="{D7FF0505-92D5-5845-8C42-26EE5371492A}" destId="{B42D8C23-0A95-6F41-A643-05DCA24DA714}" srcOrd="0" destOrd="0" presId="urn:microsoft.com/office/officeart/2005/8/layout/hierarchy2"/>
    <dgm:cxn modelId="{65A548AC-E126-704E-BAA7-B0256AADDFB7}" type="presOf" srcId="{2ADA2F4C-D522-644E-95B9-49035F41CF1F}" destId="{C43E5C8D-3C1B-4D4C-B3BC-CCB015EF3C93}" srcOrd="0" destOrd="0" presId="urn:microsoft.com/office/officeart/2005/8/layout/hierarchy2"/>
    <dgm:cxn modelId="{DB2473AD-4031-864C-858C-DE2C13049547}" srcId="{2DC2CF56-612B-9041-A747-94D90D94652F}" destId="{981FD3FF-4FDC-7348-A735-7839BFBC1AD0}" srcOrd="1" destOrd="0" parTransId="{7FAF605B-3831-5A4D-9279-CCD2B1E6BCD3}" sibTransId="{F5055F0B-AAFD-F24F-B3A0-CEE64F5D9DF5}"/>
    <dgm:cxn modelId="{F8605BB5-A500-8842-9A6C-AA9DD0622B19}" type="presOf" srcId="{F5ABB958-ADD6-844E-8AAC-7F84FF61CE78}" destId="{DACD119E-E0D6-834D-8412-F957A4CCEE37}" srcOrd="1" destOrd="0" presId="urn:microsoft.com/office/officeart/2005/8/layout/hierarchy2"/>
    <dgm:cxn modelId="{D3EE64C3-82FB-5848-9332-0A62DA1ED688}" type="presOf" srcId="{A104B248-E717-024D-B6C1-2BCC5E1E691C}" destId="{3A1D92EF-0638-7549-95B4-062805C956D2}" srcOrd="0" destOrd="0" presId="urn:microsoft.com/office/officeart/2005/8/layout/hierarchy2"/>
    <dgm:cxn modelId="{4F8775C4-DE22-524F-8894-C89D13410B6B}" type="presOf" srcId="{CE163051-2624-9847-83D1-231631005E55}" destId="{8FA60B2A-AFF2-F144-931B-543F6C001782}" srcOrd="0" destOrd="0" presId="urn:microsoft.com/office/officeart/2005/8/layout/hierarchy2"/>
    <dgm:cxn modelId="{F565DFCB-EF0F-E348-953B-A2026004101F}" type="presOf" srcId="{B187BCB6-89ED-6747-B34D-AE746DED10B5}" destId="{3F7963CF-D28D-F247-B38F-05140F8A49E8}" srcOrd="1" destOrd="0" presId="urn:microsoft.com/office/officeart/2005/8/layout/hierarchy2"/>
    <dgm:cxn modelId="{231738CC-D4A0-3048-9232-F5EAA375DC36}" type="presOf" srcId="{9FFB8D0C-5D8D-A54F-AA23-43BA58E13957}" destId="{0D7CBDA5-C626-AB44-A9E0-E59EA3DAB988}" srcOrd="1" destOrd="0" presId="urn:microsoft.com/office/officeart/2005/8/layout/hierarchy2"/>
    <dgm:cxn modelId="{BCBD61CC-A00A-814A-935A-7506C729ED3D}" type="presOf" srcId="{B187BCB6-89ED-6747-B34D-AE746DED10B5}" destId="{075242B2-B3A3-8B40-8050-9908343CAEF6}" srcOrd="0" destOrd="0" presId="urn:microsoft.com/office/officeart/2005/8/layout/hierarchy2"/>
    <dgm:cxn modelId="{E47D87CD-576E-C14C-97A9-3A14600BA033}" type="presOf" srcId="{2ADA2F4C-D522-644E-95B9-49035F41CF1F}" destId="{9DD967A3-BBC2-E448-AB4E-66CDEFD21360}" srcOrd="1" destOrd="0" presId="urn:microsoft.com/office/officeart/2005/8/layout/hierarchy2"/>
    <dgm:cxn modelId="{A554EBD3-E209-BE4A-AA79-CFE8A920BB5B}" type="presOf" srcId="{F4E2081F-63DB-054C-8E05-01457DA4834C}" destId="{2E5FC662-F01F-564C-898F-394F93CB760D}" srcOrd="0" destOrd="0" presId="urn:microsoft.com/office/officeart/2005/8/layout/hierarchy2"/>
    <dgm:cxn modelId="{9B4FFDDD-CAD7-004E-B9AA-6BA7526020B9}" type="presOf" srcId="{2DC2CF56-612B-9041-A747-94D90D94652F}" destId="{612D52B8-05F1-2043-9EA1-CC12681D5010}" srcOrd="0" destOrd="0" presId="urn:microsoft.com/office/officeart/2005/8/layout/hierarchy2"/>
    <dgm:cxn modelId="{E9C411DE-92FF-144C-B13C-90394D6AC05F}" type="presOf" srcId="{464F4375-2A1B-5B43-BA99-8811ED2A7C2F}" destId="{78628FC3-7492-9F42-9B27-71CDE98114F0}" srcOrd="1" destOrd="0" presId="urn:microsoft.com/office/officeart/2005/8/layout/hierarchy2"/>
    <dgm:cxn modelId="{EFE58CE6-983A-074F-9E6D-7414620C6061}" type="presOf" srcId="{A053D9A8-1B1C-0D45-A3FE-6BE45B0637DC}" destId="{B0F47049-9A2A-E145-AAB8-864E8AA8D5DA}" srcOrd="0" destOrd="0" presId="urn:microsoft.com/office/officeart/2005/8/layout/hierarchy2"/>
    <dgm:cxn modelId="{1862B8E7-3538-F44F-A2DC-7B007EE4BA12}" type="presOf" srcId="{ADA58918-6C14-954A-A082-0CEA2D61206F}" destId="{DE37681E-BED7-684E-AC4B-8B3792C35BF1}" srcOrd="0" destOrd="0" presId="urn:microsoft.com/office/officeart/2005/8/layout/hierarchy2"/>
    <dgm:cxn modelId="{75D24AE8-F159-2F4C-8F3F-027B246926EC}" type="presOf" srcId="{464F4375-2A1B-5B43-BA99-8811ED2A7C2F}" destId="{49C088E2-786D-094D-BA22-F9C00DAE26DC}" srcOrd="0" destOrd="0" presId="urn:microsoft.com/office/officeart/2005/8/layout/hierarchy2"/>
    <dgm:cxn modelId="{6E26ABE9-5857-2C4E-8496-27262F1D4E80}" type="presOf" srcId="{BD65E8B2-5C4A-3A43-807E-802838529358}" destId="{3E133CE1-6788-B242-8239-D51D0D3C98B2}" srcOrd="1" destOrd="0" presId="urn:microsoft.com/office/officeart/2005/8/layout/hierarchy2"/>
    <dgm:cxn modelId="{6F717FEC-6264-1B49-8AA9-A99B87C46A45}" srcId="{F4E2081F-63DB-054C-8E05-01457DA4834C}" destId="{D238D083-AC2D-8D40-8622-893E12E5FCF2}" srcOrd="0" destOrd="0" parTransId="{9FFB8D0C-5D8D-A54F-AA23-43BA58E13957}" sibTransId="{7AC23018-90F1-4F45-AC70-8590F7A81C18}"/>
    <dgm:cxn modelId="{100A00F4-E559-6F4C-A74A-544FF1A97452}" srcId="{6A61B639-E072-F14B-8E79-B63F3E282315}" destId="{3527A5BF-EFFD-5547-B658-887366A70139}" srcOrd="0" destOrd="0" parTransId="{2ADA2F4C-D522-644E-95B9-49035F41CF1F}" sibTransId="{F9BC2895-2AFA-7543-8A8B-07D95631B836}"/>
    <dgm:cxn modelId="{DD04B1F9-1433-994E-AC4E-97405109C24B}" type="presOf" srcId="{02F22403-1040-E147-B929-91FBFB629467}" destId="{4C80AD50-C00F-0D4D-AEF9-4D24E0E59F44}" srcOrd="1" destOrd="0" presId="urn:microsoft.com/office/officeart/2005/8/layout/hierarchy2"/>
    <dgm:cxn modelId="{492184FB-E205-6D4C-A156-5792A122CF8F}" srcId="{D238D083-AC2D-8D40-8622-893E12E5FCF2}" destId="{F75392F1-0086-B34B-903D-5577B876A274}" srcOrd="1" destOrd="0" parTransId="{A053D9A8-1B1C-0D45-A3FE-6BE45B0637DC}" sibTransId="{396A43B8-A369-2940-905E-01923CFD224D}"/>
    <dgm:cxn modelId="{625292FC-B6AF-084B-A32D-1271B73D278E}" srcId="{90EDD8AE-3EE5-8945-80E1-1DA0A9AA3E25}" destId="{4640C1E4-8F80-5742-B2B0-D5C486FEAF14}" srcOrd="0" destOrd="0" parTransId="{F5ABB958-ADD6-844E-8AAC-7F84FF61CE78}" sibTransId="{DEDBBA97-1192-3248-9D47-8B4C42FBE33E}"/>
    <dgm:cxn modelId="{09E27A3D-0DB6-4D4B-8F81-D662EEF7FE91}" type="presParOf" srcId="{0A2B7D45-B81C-EB4E-9E56-C9D599C1EA4C}" destId="{D446597E-B77D-294B-AD4A-3802890103A9}" srcOrd="0" destOrd="0" presId="urn:microsoft.com/office/officeart/2005/8/layout/hierarchy2"/>
    <dgm:cxn modelId="{F03BCEDE-1465-AB40-81DB-F01A71624569}" type="presParOf" srcId="{D446597E-B77D-294B-AD4A-3802890103A9}" destId="{2E5FC662-F01F-564C-898F-394F93CB760D}" srcOrd="0" destOrd="0" presId="urn:microsoft.com/office/officeart/2005/8/layout/hierarchy2"/>
    <dgm:cxn modelId="{D4AC2A02-2775-9146-920D-F4856DBE2498}" type="presParOf" srcId="{D446597E-B77D-294B-AD4A-3802890103A9}" destId="{A5FD2A97-E3D1-5646-99B1-46503C3ADCE3}" srcOrd="1" destOrd="0" presId="urn:microsoft.com/office/officeart/2005/8/layout/hierarchy2"/>
    <dgm:cxn modelId="{6B19993A-BA8C-4547-97BB-ED9351CAD95B}" type="presParOf" srcId="{A5FD2A97-E3D1-5646-99B1-46503C3ADCE3}" destId="{4A8F173B-B647-7A41-86BE-25DBD6786A22}" srcOrd="0" destOrd="0" presId="urn:microsoft.com/office/officeart/2005/8/layout/hierarchy2"/>
    <dgm:cxn modelId="{EEAAB010-F055-FB40-A051-87FC2BDEFB14}" type="presParOf" srcId="{4A8F173B-B647-7A41-86BE-25DBD6786A22}" destId="{0D7CBDA5-C626-AB44-A9E0-E59EA3DAB988}" srcOrd="0" destOrd="0" presId="urn:microsoft.com/office/officeart/2005/8/layout/hierarchy2"/>
    <dgm:cxn modelId="{317F3DE3-FCE9-F94C-A706-F8BA40BA3F49}" type="presParOf" srcId="{A5FD2A97-E3D1-5646-99B1-46503C3ADCE3}" destId="{5B50D4CE-8831-DF43-8A22-11FB9A2CD855}" srcOrd="1" destOrd="0" presId="urn:microsoft.com/office/officeart/2005/8/layout/hierarchy2"/>
    <dgm:cxn modelId="{E1E43B6A-DF69-F846-8EA6-C0962354A696}" type="presParOf" srcId="{5B50D4CE-8831-DF43-8A22-11FB9A2CD855}" destId="{896D4C72-30F4-FF48-853D-1049BFE01D2C}" srcOrd="0" destOrd="0" presId="urn:microsoft.com/office/officeart/2005/8/layout/hierarchy2"/>
    <dgm:cxn modelId="{7AD5DFEF-A757-3947-AD6F-4A6842968F1C}" type="presParOf" srcId="{5B50D4CE-8831-DF43-8A22-11FB9A2CD855}" destId="{9B5822D3-691A-2A45-BE9D-4E33DBA4470E}" srcOrd="1" destOrd="0" presId="urn:microsoft.com/office/officeart/2005/8/layout/hierarchy2"/>
    <dgm:cxn modelId="{99842305-C7B7-4C4D-9D8D-1635F4842A8D}" type="presParOf" srcId="{9B5822D3-691A-2A45-BE9D-4E33DBA4470E}" destId="{DE37681E-BED7-684E-AC4B-8B3792C35BF1}" srcOrd="0" destOrd="0" presId="urn:microsoft.com/office/officeart/2005/8/layout/hierarchy2"/>
    <dgm:cxn modelId="{B09AE1A4-6DFE-C24B-8B09-613954433D3D}" type="presParOf" srcId="{DE37681E-BED7-684E-AC4B-8B3792C35BF1}" destId="{97049DFB-0807-D744-9371-357846179C70}" srcOrd="0" destOrd="0" presId="urn:microsoft.com/office/officeart/2005/8/layout/hierarchy2"/>
    <dgm:cxn modelId="{BEF9563B-A2D7-134A-A895-B54E24A534ED}" type="presParOf" srcId="{9B5822D3-691A-2A45-BE9D-4E33DBA4470E}" destId="{4529E655-EF0E-6D47-8FAA-4E87558B9394}" srcOrd="1" destOrd="0" presId="urn:microsoft.com/office/officeart/2005/8/layout/hierarchy2"/>
    <dgm:cxn modelId="{E7A417D5-B64F-C648-AC06-C9117B462F53}" type="presParOf" srcId="{4529E655-EF0E-6D47-8FAA-4E87558B9394}" destId="{B1C9D90C-1896-AB48-8AE1-1708F95E90D7}" srcOrd="0" destOrd="0" presId="urn:microsoft.com/office/officeart/2005/8/layout/hierarchy2"/>
    <dgm:cxn modelId="{59114297-7112-1646-A623-8E827C045CF5}" type="presParOf" srcId="{4529E655-EF0E-6D47-8FAA-4E87558B9394}" destId="{E82127B4-FA18-DB47-90EA-BE73AF10D416}" srcOrd="1" destOrd="0" presId="urn:microsoft.com/office/officeart/2005/8/layout/hierarchy2"/>
    <dgm:cxn modelId="{B5889DC8-0DB7-8846-BBE5-DC4553B5CC2F}" type="presParOf" srcId="{9B5822D3-691A-2A45-BE9D-4E33DBA4470E}" destId="{B0F47049-9A2A-E145-AAB8-864E8AA8D5DA}" srcOrd="2" destOrd="0" presId="urn:microsoft.com/office/officeart/2005/8/layout/hierarchy2"/>
    <dgm:cxn modelId="{3C31681D-1DA7-DE45-B3B3-7B4CC791D291}" type="presParOf" srcId="{B0F47049-9A2A-E145-AAB8-864E8AA8D5DA}" destId="{E4F23EF9-12CA-D945-926B-177F3D39605F}" srcOrd="0" destOrd="0" presId="urn:microsoft.com/office/officeart/2005/8/layout/hierarchy2"/>
    <dgm:cxn modelId="{96623F40-DCEC-2542-A296-4A8DAB18F245}" type="presParOf" srcId="{9B5822D3-691A-2A45-BE9D-4E33DBA4470E}" destId="{48698FCD-74C6-1C42-B232-0905A9E56745}" srcOrd="3" destOrd="0" presId="urn:microsoft.com/office/officeart/2005/8/layout/hierarchy2"/>
    <dgm:cxn modelId="{E2BFF3D7-45BA-B847-8493-F39F0A4499C6}" type="presParOf" srcId="{48698FCD-74C6-1C42-B232-0905A9E56745}" destId="{660C7D95-FDDA-B043-A878-982736C48441}" srcOrd="0" destOrd="0" presId="urn:microsoft.com/office/officeart/2005/8/layout/hierarchy2"/>
    <dgm:cxn modelId="{F5406376-CC8A-6840-B9B3-392FD7585411}" type="presParOf" srcId="{48698FCD-74C6-1C42-B232-0905A9E56745}" destId="{A8F0CA44-6FC0-4042-A602-62504BA7EE2B}" srcOrd="1" destOrd="0" presId="urn:microsoft.com/office/officeart/2005/8/layout/hierarchy2"/>
    <dgm:cxn modelId="{1772E413-C846-C14B-A35A-E3422C068D9E}" type="presParOf" srcId="{A5FD2A97-E3D1-5646-99B1-46503C3ADCE3}" destId="{075242B2-B3A3-8B40-8050-9908343CAEF6}" srcOrd="2" destOrd="0" presId="urn:microsoft.com/office/officeart/2005/8/layout/hierarchy2"/>
    <dgm:cxn modelId="{093FA67E-3002-374B-843A-9BCC9C0EF8A6}" type="presParOf" srcId="{075242B2-B3A3-8B40-8050-9908343CAEF6}" destId="{3F7963CF-D28D-F247-B38F-05140F8A49E8}" srcOrd="0" destOrd="0" presId="urn:microsoft.com/office/officeart/2005/8/layout/hierarchy2"/>
    <dgm:cxn modelId="{FE0A5290-7468-8D4B-BF16-522C9E2E2003}" type="presParOf" srcId="{A5FD2A97-E3D1-5646-99B1-46503C3ADCE3}" destId="{012BF84D-2D7E-1E45-91D8-3FF026860D07}" srcOrd="3" destOrd="0" presId="urn:microsoft.com/office/officeart/2005/8/layout/hierarchy2"/>
    <dgm:cxn modelId="{9C592669-BD86-DA40-88AF-50078829C67B}" type="presParOf" srcId="{012BF84D-2D7E-1E45-91D8-3FF026860D07}" destId="{4915C9F8-0459-0C47-A384-D827DE26DDB9}" srcOrd="0" destOrd="0" presId="urn:microsoft.com/office/officeart/2005/8/layout/hierarchy2"/>
    <dgm:cxn modelId="{602389C4-969A-0F43-B193-98FEF8538956}" type="presParOf" srcId="{012BF84D-2D7E-1E45-91D8-3FF026860D07}" destId="{63A84559-FA0F-1D4C-A0D4-38051DB9E924}" srcOrd="1" destOrd="0" presId="urn:microsoft.com/office/officeart/2005/8/layout/hierarchy2"/>
    <dgm:cxn modelId="{47157C33-B75C-4142-8CDD-F2A69F9A01A1}" type="presParOf" srcId="{63A84559-FA0F-1D4C-A0D4-38051DB9E924}" destId="{FB5A3570-B08A-7F4D-9F40-D6F646F5D27D}" srcOrd="0" destOrd="0" presId="urn:microsoft.com/office/officeart/2005/8/layout/hierarchy2"/>
    <dgm:cxn modelId="{A80529E4-9D3B-5246-B1CB-6FCA589A34FF}" type="presParOf" srcId="{FB5A3570-B08A-7F4D-9F40-D6F646F5D27D}" destId="{DACD119E-E0D6-834D-8412-F957A4CCEE37}" srcOrd="0" destOrd="0" presId="urn:microsoft.com/office/officeart/2005/8/layout/hierarchy2"/>
    <dgm:cxn modelId="{100BE8E8-55A5-D24A-BF6C-8B6600BF16E1}" type="presParOf" srcId="{63A84559-FA0F-1D4C-A0D4-38051DB9E924}" destId="{18EFD333-3BBA-874F-975A-5E7F4880430A}" srcOrd="1" destOrd="0" presId="urn:microsoft.com/office/officeart/2005/8/layout/hierarchy2"/>
    <dgm:cxn modelId="{9E8BC39E-C180-1944-9FF8-01602D053F3F}" type="presParOf" srcId="{18EFD333-3BBA-874F-975A-5E7F4880430A}" destId="{329B4990-3DCB-0B41-AE65-1385FBF540C0}" srcOrd="0" destOrd="0" presId="urn:microsoft.com/office/officeart/2005/8/layout/hierarchy2"/>
    <dgm:cxn modelId="{1711DE10-6A70-EB4B-86B1-927A95DF99F3}" type="presParOf" srcId="{18EFD333-3BBA-874F-975A-5E7F4880430A}" destId="{24552897-AEE0-EF48-AA4A-9400AD0D51B9}" srcOrd="1" destOrd="0" presId="urn:microsoft.com/office/officeart/2005/8/layout/hierarchy2"/>
    <dgm:cxn modelId="{40F66B47-E21E-864B-9A04-26F94575A7EC}" type="presParOf" srcId="{63A84559-FA0F-1D4C-A0D4-38051DB9E924}" destId="{25EE9E64-36F1-AC49-9054-9C6C54E3993A}" srcOrd="2" destOrd="0" presId="urn:microsoft.com/office/officeart/2005/8/layout/hierarchy2"/>
    <dgm:cxn modelId="{81F30909-070B-3043-A0BC-FEF854C90ADB}" type="presParOf" srcId="{25EE9E64-36F1-AC49-9054-9C6C54E3993A}" destId="{4C80AD50-C00F-0D4D-AEF9-4D24E0E59F44}" srcOrd="0" destOrd="0" presId="urn:microsoft.com/office/officeart/2005/8/layout/hierarchy2"/>
    <dgm:cxn modelId="{B154F6F2-B95E-4E40-932A-F96F28B895CE}" type="presParOf" srcId="{63A84559-FA0F-1D4C-A0D4-38051DB9E924}" destId="{97CF9F0F-4BDC-904B-8698-5A654B8F002F}" srcOrd="3" destOrd="0" presId="urn:microsoft.com/office/officeart/2005/8/layout/hierarchy2"/>
    <dgm:cxn modelId="{72853CAB-EB69-004D-B84E-4577CDCDF205}" type="presParOf" srcId="{97CF9F0F-4BDC-904B-8698-5A654B8F002F}" destId="{8FA60B2A-AFF2-F144-931B-543F6C001782}" srcOrd="0" destOrd="0" presId="urn:microsoft.com/office/officeart/2005/8/layout/hierarchy2"/>
    <dgm:cxn modelId="{70EFEAEE-91BA-8E4A-A8A7-9F1D24CDEBC6}" type="presParOf" srcId="{97CF9F0F-4BDC-904B-8698-5A654B8F002F}" destId="{6FFB2872-B6D9-DD45-BADE-77F8192757BA}" srcOrd="1" destOrd="0" presId="urn:microsoft.com/office/officeart/2005/8/layout/hierarchy2"/>
    <dgm:cxn modelId="{F112DEDB-B329-2A49-BC33-43C9736BDE84}" type="presParOf" srcId="{0A2B7D45-B81C-EB4E-9E56-C9D599C1EA4C}" destId="{296EABEF-2B83-064B-BA99-7D4BFF34BB53}" srcOrd="1" destOrd="0" presId="urn:microsoft.com/office/officeart/2005/8/layout/hierarchy2"/>
    <dgm:cxn modelId="{A968891D-5989-7C44-B7EB-797CDE95AC9B}" type="presParOf" srcId="{296EABEF-2B83-064B-BA99-7D4BFF34BB53}" destId="{B42D8C23-0A95-6F41-A643-05DCA24DA714}" srcOrd="0" destOrd="0" presId="urn:microsoft.com/office/officeart/2005/8/layout/hierarchy2"/>
    <dgm:cxn modelId="{793AACC3-395F-E547-BBD7-50F2C542B0A7}" type="presParOf" srcId="{296EABEF-2B83-064B-BA99-7D4BFF34BB53}" destId="{D4E52834-C9CC-824B-9910-FEC106063219}" srcOrd="1" destOrd="0" presId="urn:microsoft.com/office/officeart/2005/8/layout/hierarchy2"/>
    <dgm:cxn modelId="{05C779DF-B099-8D4F-A377-1B4415D5A19A}" type="presParOf" srcId="{D4E52834-C9CC-824B-9910-FEC106063219}" destId="{1D53ED84-5BCF-A345-82EA-FC755FFC04E4}" srcOrd="0" destOrd="0" presId="urn:microsoft.com/office/officeart/2005/8/layout/hierarchy2"/>
    <dgm:cxn modelId="{944AF2B3-BDB8-6148-A009-5B12FE5B9AF4}" type="presParOf" srcId="{1D53ED84-5BCF-A345-82EA-FC755FFC04E4}" destId="{CFA014F1-A21D-5F4E-9684-701C118B5AD3}" srcOrd="0" destOrd="0" presId="urn:microsoft.com/office/officeart/2005/8/layout/hierarchy2"/>
    <dgm:cxn modelId="{A350EAE3-234E-BC41-9149-E9281ADD1E87}" type="presParOf" srcId="{D4E52834-C9CC-824B-9910-FEC106063219}" destId="{AC6190D1-DF4C-5147-8BF9-683A56AE9E89}" srcOrd="1" destOrd="0" presId="urn:microsoft.com/office/officeart/2005/8/layout/hierarchy2"/>
    <dgm:cxn modelId="{366DB605-05CE-A241-8311-6E65C0FF3248}" type="presParOf" srcId="{AC6190D1-DF4C-5147-8BF9-683A56AE9E89}" destId="{08FB15AD-8641-2048-90BC-187BB0959AC8}" srcOrd="0" destOrd="0" presId="urn:microsoft.com/office/officeart/2005/8/layout/hierarchy2"/>
    <dgm:cxn modelId="{D5DD529A-7DDC-394F-AAAB-576D73405E1E}" type="presParOf" srcId="{AC6190D1-DF4C-5147-8BF9-683A56AE9E89}" destId="{1FE24A96-1C24-EF48-8F7E-E964F17BA9A6}" srcOrd="1" destOrd="0" presId="urn:microsoft.com/office/officeart/2005/8/layout/hierarchy2"/>
    <dgm:cxn modelId="{1DDD7FB9-A1AF-394C-A294-9CC4C03B9660}" type="presParOf" srcId="{1FE24A96-1C24-EF48-8F7E-E964F17BA9A6}" destId="{C43E5C8D-3C1B-4D4C-B3BC-CCB015EF3C93}" srcOrd="0" destOrd="0" presId="urn:microsoft.com/office/officeart/2005/8/layout/hierarchy2"/>
    <dgm:cxn modelId="{91A16BDF-D933-BA4F-B304-DCC753E0C98A}" type="presParOf" srcId="{C43E5C8D-3C1B-4D4C-B3BC-CCB015EF3C93}" destId="{9DD967A3-BBC2-E448-AB4E-66CDEFD21360}" srcOrd="0" destOrd="0" presId="urn:microsoft.com/office/officeart/2005/8/layout/hierarchy2"/>
    <dgm:cxn modelId="{4143DD3F-A7AC-8D41-9E57-E2A5B9869216}" type="presParOf" srcId="{1FE24A96-1C24-EF48-8F7E-E964F17BA9A6}" destId="{028B7817-ECC8-754F-BA2E-4A7AA91C94E6}" srcOrd="1" destOrd="0" presId="urn:microsoft.com/office/officeart/2005/8/layout/hierarchy2"/>
    <dgm:cxn modelId="{CE4E0A76-F75B-A543-8A2F-605D48D0B7CF}" type="presParOf" srcId="{028B7817-ECC8-754F-BA2E-4A7AA91C94E6}" destId="{B3882E92-45C7-5E4F-875E-0D0594DC9FA3}" srcOrd="0" destOrd="0" presId="urn:microsoft.com/office/officeart/2005/8/layout/hierarchy2"/>
    <dgm:cxn modelId="{A7DB176E-CED7-6F4B-9071-EC7438E72B4E}" type="presParOf" srcId="{028B7817-ECC8-754F-BA2E-4A7AA91C94E6}" destId="{A2192A59-FF89-8642-8394-9CDC30227BFD}" srcOrd="1" destOrd="0" presId="urn:microsoft.com/office/officeart/2005/8/layout/hierarchy2"/>
    <dgm:cxn modelId="{336A74E9-63F2-7C4A-BAD7-259C918827AD}" type="presParOf" srcId="{1FE24A96-1C24-EF48-8F7E-E964F17BA9A6}" destId="{49B99774-E821-324B-ADA8-718775DC50C0}" srcOrd="2" destOrd="0" presId="urn:microsoft.com/office/officeart/2005/8/layout/hierarchy2"/>
    <dgm:cxn modelId="{FC7F2D0D-344D-644A-8822-5B1781D447E3}" type="presParOf" srcId="{49B99774-E821-324B-ADA8-718775DC50C0}" destId="{3E133CE1-6788-B242-8239-D51D0D3C98B2}" srcOrd="0" destOrd="0" presId="urn:microsoft.com/office/officeart/2005/8/layout/hierarchy2"/>
    <dgm:cxn modelId="{62B25007-574A-1D42-945D-4071509EA2AC}" type="presParOf" srcId="{1FE24A96-1C24-EF48-8F7E-E964F17BA9A6}" destId="{34C4B65F-CFDC-4B46-B91F-B153F7290042}" srcOrd="3" destOrd="0" presId="urn:microsoft.com/office/officeart/2005/8/layout/hierarchy2"/>
    <dgm:cxn modelId="{227D4D4A-42E3-4E4E-AB36-4ECC212DC585}" type="presParOf" srcId="{34C4B65F-CFDC-4B46-B91F-B153F7290042}" destId="{CC4BD005-3731-C24A-B67B-0732358B31D6}" srcOrd="0" destOrd="0" presId="urn:microsoft.com/office/officeart/2005/8/layout/hierarchy2"/>
    <dgm:cxn modelId="{B79A417F-5F83-DB42-A76A-A8622312A304}" type="presParOf" srcId="{34C4B65F-CFDC-4B46-B91F-B153F7290042}" destId="{98E728FE-9909-B545-AE33-B14CF78B62E7}" srcOrd="1" destOrd="0" presId="urn:microsoft.com/office/officeart/2005/8/layout/hierarchy2"/>
    <dgm:cxn modelId="{70DB9AC2-12F4-8D46-B51B-06C22F416518}" type="presParOf" srcId="{D4E52834-C9CC-824B-9910-FEC106063219}" destId="{01807F8B-185B-DA4B-8E22-FEF75220C754}" srcOrd="2" destOrd="0" presId="urn:microsoft.com/office/officeart/2005/8/layout/hierarchy2"/>
    <dgm:cxn modelId="{071A053A-9856-8642-AB78-00CFAA03DDB4}" type="presParOf" srcId="{01807F8B-185B-DA4B-8E22-FEF75220C754}" destId="{27B06943-7103-CD46-B78D-1CE2ECFDC367}" srcOrd="0" destOrd="0" presId="urn:microsoft.com/office/officeart/2005/8/layout/hierarchy2"/>
    <dgm:cxn modelId="{946CE735-E80F-7945-8630-59A63ED035C3}" type="presParOf" srcId="{D4E52834-C9CC-824B-9910-FEC106063219}" destId="{35C340C9-5E38-154E-B9E8-6A2C5951982F}" srcOrd="3" destOrd="0" presId="urn:microsoft.com/office/officeart/2005/8/layout/hierarchy2"/>
    <dgm:cxn modelId="{AD168EBD-56FE-404B-AA8B-45CCD97EC0B2}" type="presParOf" srcId="{35C340C9-5E38-154E-B9E8-6A2C5951982F}" destId="{612D52B8-05F1-2043-9EA1-CC12681D5010}" srcOrd="0" destOrd="0" presId="urn:microsoft.com/office/officeart/2005/8/layout/hierarchy2"/>
    <dgm:cxn modelId="{17831177-D09D-CC42-BB92-2DC7226B0709}" type="presParOf" srcId="{35C340C9-5E38-154E-B9E8-6A2C5951982F}" destId="{FC570CD3-3864-6140-944D-33B623293346}" srcOrd="1" destOrd="0" presId="urn:microsoft.com/office/officeart/2005/8/layout/hierarchy2"/>
    <dgm:cxn modelId="{BE294FC5-0D20-354F-BA3E-8A58F997391A}" type="presParOf" srcId="{FC570CD3-3864-6140-944D-33B623293346}" destId="{49C088E2-786D-094D-BA22-F9C00DAE26DC}" srcOrd="0" destOrd="0" presId="urn:microsoft.com/office/officeart/2005/8/layout/hierarchy2"/>
    <dgm:cxn modelId="{C4C1BDDD-0518-374D-B432-BBA74BAF5968}" type="presParOf" srcId="{49C088E2-786D-094D-BA22-F9C00DAE26DC}" destId="{78628FC3-7492-9F42-9B27-71CDE98114F0}" srcOrd="0" destOrd="0" presId="urn:microsoft.com/office/officeart/2005/8/layout/hierarchy2"/>
    <dgm:cxn modelId="{738AFDDD-990F-104A-AEEB-FAACA488EC10}" type="presParOf" srcId="{FC570CD3-3864-6140-944D-33B623293346}" destId="{6A0131DC-6EB5-C445-A69C-6E4CE6A8369D}" srcOrd="1" destOrd="0" presId="urn:microsoft.com/office/officeart/2005/8/layout/hierarchy2"/>
    <dgm:cxn modelId="{6BD2695A-407D-CC42-BDA8-A093E61D8C18}" type="presParOf" srcId="{6A0131DC-6EB5-C445-A69C-6E4CE6A8369D}" destId="{3A1D92EF-0638-7549-95B4-062805C956D2}" srcOrd="0" destOrd="0" presId="urn:microsoft.com/office/officeart/2005/8/layout/hierarchy2"/>
    <dgm:cxn modelId="{1ADC25C6-A734-5F4E-BFD0-2A574FD5C0E7}" type="presParOf" srcId="{6A0131DC-6EB5-C445-A69C-6E4CE6A8369D}" destId="{45AF0770-7C7E-1645-A0B1-CEF80DFEA651}" srcOrd="1" destOrd="0" presId="urn:microsoft.com/office/officeart/2005/8/layout/hierarchy2"/>
    <dgm:cxn modelId="{A8FB4B9F-756B-E94A-AA71-7ADAEE361936}" type="presParOf" srcId="{FC570CD3-3864-6140-944D-33B623293346}" destId="{05FAEBF8-D47F-9943-A421-8FBE6B400448}" srcOrd="2" destOrd="0" presId="urn:microsoft.com/office/officeart/2005/8/layout/hierarchy2"/>
    <dgm:cxn modelId="{09A00D59-9A04-9C4E-AD83-68FB974AC5A9}" type="presParOf" srcId="{05FAEBF8-D47F-9943-A421-8FBE6B400448}" destId="{AF3B8ADA-0536-7944-98D7-7A30B8BD2D08}" srcOrd="0" destOrd="0" presId="urn:microsoft.com/office/officeart/2005/8/layout/hierarchy2"/>
    <dgm:cxn modelId="{02D72593-AF31-C445-B613-91199BC032F0}" type="presParOf" srcId="{FC570CD3-3864-6140-944D-33B623293346}" destId="{1BA615A3-BEC0-D240-88D2-27CACB19706D}" srcOrd="3" destOrd="0" presId="urn:microsoft.com/office/officeart/2005/8/layout/hierarchy2"/>
    <dgm:cxn modelId="{ACC30769-2C17-554E-BC5A-A8B6E576C05D}" type="presParOf" srcId="{1BA615A3-BEC0-D240-88D2-27CACB19706D}" destId="{018AD1AC-D1FC-A640-9CD9-33D5E86EF636}" srcOrd="0" destOrd="0" presId="urn:microsoft.com/office/officeart/2005/8/layout/hierarchy2"/>
    <dgm:cxn modelId="{BA47CCD7-D9B0-2A42-88BC-2C42F2892F33}" type="presParOf" srcId="{1BA615A3-BEC0-D240-88D2-27CACB19706D}" destId="{649AA6F7-8759-EA4D-8331-16634BF3E64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BA5D45-7625-6845-9C56-4922A21599EE}">
      <dsp:nvSpPr>
        <dsp:cNvPr id="0" name=""/>
        <dsp:cNvSpPr/>
      </dsp:nvSpPr>
      <dsp:spPr>
        <a:xfrm>
          <a:off x="10120833" y="1108769"/>
          <a:ext cx="1107572" cy="29451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12300"/>
              </a:lnTo>
              <a:lnTo>
                <a:pt x="1107572" y="2712300"/>
              </a:lnTo>
              <a:lnTo>
                <a:pt x="1107572" y="294514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94422C-CF9A-C34A-B079-FCF342B8D7AD}">
      <dsp:nvSpPr>
        <dsp:cNvPr id="0" name=""/>
        <dsp:cNvSpPr/>
      </dsp:nvSpPr>
      <dsp:spPr>
        <a:xfrm>
          <a:off x="9264530" y="1108769"/>
          <a:ext cx="856302" cy="2945141"/>
        </a:xfrm>
        <a:custGeom>
          <a:avLst/>
          <a:gdLst/>
          <a:ahLst/>
          <a:cxnLst/>
          <a:rect l="0" t="0" r="0" b="0"/>
          <a:pathLst>
            <a:path>
              <a:moveTo>
                <a:pt x="856302" y="0"/>
              </a:moveTo>
              <a:lnTo>
                <a:pt x="856302" y="2712300"/>
              </a:lnTo>
              <a:lnTo>
                <a:pt x="0" y="2712300"/>
              </a:lnTo>
              <a:lnTo>
                <a:pt x="0" y="294514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1B846B-2E66-1948-BAF6-38416468C02D}">
      <dsp:nvSpPr>
        <dsp:cNvPr id="0" name=""/>
        <dsp:cNvSpPr/>
      </dsp:nvSpPr>
      <dsp:spPr>
        <a:xfrm>
          <a:off x="5588582" y="2946583"/>
          <a:ext cx="416342" cy="1661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16342" y="1661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F6DB8D-A8A1-8944-B998-F8C862C2C270}">
      <dsp:nvSpPr>
        <dsp:cNvPr id="0" name=""/>
        <dsp:cNvSpPr/>
      </dsp:nvSpPr>
      <dsp:spPr>
        <a:xfrm>
          <a:off x="5588582" y="2946583"/>
          <a:ext cx="561303" cy="1661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61712"/>
              </a:lnTo>
              <a:lnTo>
                <a:pt x="561303" y="1661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B8835E-8137-2540-A2A9-BB9602BC446A}">
      <dsp:nvSpPr>
        <dsp:cNvPr id="0" name=""/>
        <dsp:cNvSpPr/>
      </dsp:nvSpPr>
      <dsp:spPr>
        <a:xfrm>
          <a:off x="3792376" y="1108769"/>
          <a:ext cx="2683222" cy="7290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6202"/>
              </a:lnTo>
              <a:lnTo>
                <a:pt x="2683222" y="496202"/>
              </a:lnTo>
              <a:lnTo>
                <a:pt x="2683222" y="72904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65DE40-7C3D-164C-A0B2-F7BE0EE17EF9}">
      <dsp:nvSpPr>
        <dsp:cNvPr id="0" name=""/>
        <dsp:cNvSpPr/>
      </dsp:nvSpPr>
      <dsp:spPr>
        <a:xfrm>
          <a:off x="2063249" y="2946583"/>
          <a:ext cx="842110" cy="1670815"/>
        </a:xfrm>
        <a:custGeom>
          <a:avLst/>
          <a:gdLst/>
          <a:ahLst/>
          <a:cxnLst/>
          <a:rect l="0" t="0" r="0" b="0"/>
          <a:pathLst>
            <a:path>
              <a:moveTo>
                <a:pt x="842110" y="0"/>
              </a:moveTo>
              <a:lnTo>
                <a:pt x="0" y="167081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E1F204-E7B2-1849-9C33-B0FD3BFB7763}">
      <dsp:nvSpPr>
        <dsp:cNvPr id="0" name=""/>
        <dsp:cNvSpPr/>
      </dsp:nvSpPr>
      <dsp:spPr>
        <a:xfrm>
          <a:off x="3746656" y="1108769"/>
          <a:ext cx="91440" cy="7290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2904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838D2D-F008-724C-8D68-084763AE8F3A}">
      <dsp:nvSpPr>
        <dsp:cNvPr id="0" name=""/>
        <dsp:cNvSpPr/>
      </dsp:nvSpPr>
      <dsp:spPr>
        <a:xfrm>
          <a:off x="44624" y="2946583"/>
          <a:ext cx="177514" cy="1661712"/>
        </a:xfrm>
        <a:custGeom>
          <a:avLst/>
          <a:gdLst/>
          <a:ahLst/>
          <a:cxnLst/>
          <a:rect l="0" t="0" r="0" b="0"/>
          <a:pathLst>
            <a:path>
              <a:moveTo>
                <a:pt x="177514" y="0"/>
              </a:moveTo>
              <a:lnTo>
                <a:pt x="0" y="1661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51F94B-9752-444A-8670-90B787264013}">
      <dsp:nvSpPr>
        <dsp:cNvPr id="0" name=""/>
        <dsp:cNvSpPr/>
      </dsp:nvSpPr>
      <dsp:spPr>
        <a:xfrm>
          <a:off x="1109153" y="1108769"/>
          <a:ext cx="2683222" cy="729044"/>
        </a:xfrm>
        <a:custGeom>
          <a:avLst/>
          <a:gdLst/>
          <a:ahLst/>
          <a:cxnLst/>
          <a:rect l="0" t="0" r="0" b="0"/>
          <a:pathLst>
            <a:path>
              <a:moveTo>
                <a:pt x="2683222" y="0"/>
              </a:moveTo>
              <a:lnTo>
                <a:pt x="2683222" y="496202"/>
              </a:lnTo>
              <a:lnTo>
                <a:pt x="0" y="496202"/>
              </a:lnTo>
              <a:lnTo>
                <a:pt x="0" y="72904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6B24E3-1D40-0747-88B6-858EEC2B4A90}">
      <dsp:nvSpPr>
        <dsp:cNvPr id="0" name=""/>
        <dsp:cNvSpPr/>
      </dsp:nvSpPr>
      <dsp:spPr>
        <a:xfrm>
          <a:off x="2683606" y="0"/>
          <a:ext cx="2217539" cy="1108769"/>
        </a:xfrm>
        <a:prstGeom prst="rect">
          <a:avLst/>
        </a:prstGeom>
        <a:noFill/>
        <a:ln w="1905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2"/>
              </a:solidFill>
            </a:rPr>
            <a:t>Told baby might be getting large (24%)</a:t>
          </a:r>
        </a:p>
      </dsp:txBody>
      <dsp:txXfrm>
        <a:off x="2683606" y="0"/>
        <a:ext cx="2217539" cy="1108769"/>
      </dsp:txXfrm>
    </dsp:sp>
    <dsp:sp modelId="{4B18F5F5-4A43-1445-9F4D-4608E1F01118}">
      <dsp:nvSpPr>
        <dsp:cNvPr id="0" name=""/>
        <dsp:cNvSpPr/>
      </dsp:nvSpPr>
      <dsp:spPr>
        <a:xfrm>
          <a:off x="384" y="1837813"/>
          <a:ext cx="2217539" cy="1108769"/>
        </a:xfrm>
        <a:prstGeom prst="rect">
          <a:avLst/>
        </a:prstGeom>
        <a:solidFill>
          <a:schemeClr val="tx2">
            <a:lumMod val="25000"/>
            <a:lumOff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</a:rPr>
            <a:t>Induction (48%)</a:t>
          </a:r>
        </a:p>
      </dsp:txBody>
      <dsp:txXfrm>
        <a:off x="384" y="1837813"/>
        <a:ext cx="2217539" cy="1108769"/>
      </dsp:txXfrm>
    </dsp:sp>
    <dsp:sp modelId="{698D8AC4-AB5A-B64A-B02E-7353197524AD}">
      <dsp:nvSpPr>
        <dsp:cNvPr id="0" name=""/>
        <dsp:cNvSpPr/>
      </dsp:nvSpPr>
      <dsp:spPr>
        <a:xfrm>
          <a:off x="44624" y="4053911"/>
          <a:ext cx="1837940" cy="11087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bg1"/>
              </a:solidFill>
            </a:rPr>
            <a:t>Induction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bg1"/>
              </a:solidFill>
            </a:rPr>
            <a:t>(67%)</a:t>
          </a:r>
        </a:p>
      </dsp:txBody>
      <dsp:txXfrm>
        <a:off x="44624" y="4053911"/>
        <a:ext cx="1837940" cy="1108769"/>
      </dsp:txXfrm>
    </dsp:sp>
    <dsp:sp modelId="{6F0C9747-E1D7-F94A-B195-E064B018EA0A}">
      <dsp:nvSpPr>
        <dsp:cNvPr id="0" name=""/>
        <dsp:cNvSpPr/>
      </dsp:nvSpPr>
      <dsp:spPr>
        <a:xfrm>
          <a:off x="2683606" y="1837813"/>
          <a:ext cx="2217539" cy="1108769"/>
        </a:xfrm>
        <a:prstGeom prst="rect">
          <a:avLst/>
        </a:prstGeom>
        <a:solidFill>
          <a:schemeClr val="tx2">
            <a:lumMod val="25000"/>
            <a:lumOff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</a:rPr>
            <a:t>Cesarean (15%)</a:t>
          </a:r>
        </a:p>
      </dsp:txBody>
      <dsp:txXfrm>
        <a:off x="2683606" y="1837813"/>
        <a:ext cx="2217539" cy="1108769"/>
      </dsp:txXfrm>
    </dsp:sp>
    <dsp:sp modelId="{6731B3C6-EB87-DA49-8E12-7CCC7F6D3175}">
      <dsp:nvSpPr>
        <dsp:cNvPr id="0" name=""/>
        <dsp:cNvSpPr/>
      </dsp:nvSpPr>
      <dsp:spPr>
        <a:xfrm>
          <a:off x="2063249" y="4063014"/>
          <a:ext cx="1837940" cy="11087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bg1"/>
              </a:solidFill>
            </a:rPr>
            <a:t>Cesarean 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bg1"/>
              </a:solidFill>
            </a:rPr>
            <a:t>(76%)</a:t>
          </a:r>
        </a:p>
      </dsp:txBody>
      <dsp:txXfrm>
        <a:off x="2063249" y="4063014"/>
        <a:ext cx="1837940" cy="1108769"/>
      </dsp:txXfrm>
    </dsp:sp>
    <dsp:sp modelId="{CE65EFB1-BB6C-074D-A13B-08A9FE5281E7}">
      <dsp:nvSpPr>
        <dsp:cNvPr id="0" name=""/>
        <dsp:cNvSpPr/>
      </dsp:nvSpPr>
      <dsp:spPr>
        <a:xfrm>
          <a:off x="5366828" y="1837813"/>
          <a:ext cx="2217539" cy="1108769"/>
        </a:xfrm>
        <a:prstGeom prst="rect">
          <a:avLst/>
        </a:prstGeom>
        <a:solidFill>
          <a:schemeClr val="tx2">
            <a:lumMod val="25000"/>
            <a:lumOff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</a:rPr>
            <a:t>No Recommendation (34%)</a:t>
          </a:r>
        </a:p>
      </dsp:txBody>
      <dsp:txXfrm>
        <a:off x="5366828" y="1837813"/>
        <a:ext cx="2217539" cy="1108769"/>
      </dsp:txXfrm>
    </dsp:sp>
    <dsp:sp modelId="{22E6F36A-105D-184B-8E6B-8722459CF317}">
      <dsp:nvSpPr>
        <dsp:cNvPr id="0" name=""/>
        <dsp:cNvSpPr/>
      </dsp:nvSpPr>
      <dsp:spPr>
        <a:xfrm>
          <a:off x="6149886" y="4053911"/>
          <a:ext cx="1837940" cy="11087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bg1"/>
              </a:solidFill>
            </a:rPr>
            <a:t>Cesarean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bg1"/>
              </a:solidFill>
            </a:rPr>
            <a:t>(12%)</a:t>
          </a:r>
        </a:p>
      </dsp:txBody>
      <dsp:txXfrm>
        <a:off x="6149886" y="4053911"/>
        <a:ext cx="1837940" cy="1108769"/>
      </dsp:txXfrm>
    </dsp:sp>
    <dsp:sp modelId="{E228A31E-0582-2D47-A8EF-FF577F62C5A2}">
      <dsp:nvSpPr>
        <dsp:cNvPr id="0" name=""/>
        <dsp:cNvSpPr/>
      </dsp:nvSpPr>
      <dsp:spPr>
        <a:xfrm>
          <a:off x="4166984" y="4053911"/>
          <a:ext cx="1837940" cy="11087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bg1"/>
              </a:solidFill>
            </a:rPr>
            <a:t>Induction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bg1"/>
              </a:solidFill>
            </a:rPr>
            <a:t>(36%)</a:t>
          </a:r>
        </a:p>
      </dsp:txBody>
      <dsp:txXfrm>
        <a:off x="4166984" y="4053911"/>
        <a:ext cx="1837940" cy="1108769"/>
      </dsp:txXfrm>
    </dsp:sp>
    <dsp:sp modelId="{BED25451-9FE4-F94E-8CF8-145EC643B14C}">
      <dsp:nvSpPr>
        <dsp:cNvPr id="0" name=""/>
        <dsp:cNvSpPr/>
      </dsp:nvSpPr>
      <dsp:spPr>
        <a:xfrm>
          <a:off x="9012063" y="0"/>
          <a:ext cx="2217539" cy="1108769"/>
        </a:xfrm>
        <a:prstGeom prst="rect">
          <a:avLst/>
        </a:prstGeom>
        <a:noFill/>
        <a:ln w="1905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2"/>
              </a:solidFill>
            </a:rPr>
            <a:t>Not told baby might be getting large (73%)</a:t>
          </a:r>
        </a:p>
      </dsp:txBody>
      <dsp:txXfrm>
        <a:off x="9012063" y="0"/>
        <a:ext cx="2217539" cy="1108769"/>
      </dsp:txXfrm>
    </dsp:sp>
    <dsp:sp modelId="{30AF601B-0D18-3C4C-A3DC-DB6952C72336}">
      <dsp:nvSpPr>
        <dsp:cNvPr id="0" name=""/>
        <dsp:cNvSpPr/>
      </dsp:nvSpPr>
      <dsp:spPr>
        <a:xfrm>
          <a:off x="8345560" y="4053911"/>
          <a:ext cx="1837940" cy="1108769"/>
        </a:xfrm>
        <a:prstGeom prst="rect">
          <a:avLst/>
        </a:prstGeom>
        <a:solidFill>
          <a:srgbClr val="156082"/>
        </a:solidFill>
        <a:ln w="381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bg1"/>
              </a:solidFill>
            </a:rPr>
            <a:t>Induction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bg1"/>
              </a:solidFill>
            </a:rPr>
            <a:t>(45%)</a:t>
          </a:r>
        </a:p>
      </dsp:txBody>
      <dsp:txXfrm>
        <a:off x="8345560" y="4053911"/>
        <a:ext cx="1837940" cy="1108769"/>
      </dsp:txXfrm>
    </dsp:sp>
    <dsp:sp modelId="{1D869F1E-A3A2-744E-9E9A-7130AEC153CF}">
      <dsp:nvSpPr>
        <dsp:cNvPr id="0" name=""/>
        <dsp:cNvSpPr/>
      </dsp:nvSpPr>
      <dsp:spPr>
        <a:xfrm>
          <a:off x="10309435" y="4053911"/>
          <a:ext cx="1837940" cy="1108769"/>
        </a:xfrm>
        <a:prstGeom prst="rect">
          <a:avLst/>
        </a:prstGeom>
        <a:solidFill>
          <a:srgbClr val="156082"/>
        </a:solidFill>
        <a:ln w="381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bg1"/>
              </a:solidFill>
            </a:rPr>
            <a:t>Cesarean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bg1"/>
              </a:solidFill>
            </a:rPr>
            <a:t>(17%)</a:t>
          </a:r>
        </a:p>
      </dsp:txBody>
      <dsp:txXfrm>
        <a:off x="10309435" y="4053911"/>
        <a:ext cx="1837940" cy="11087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0F72DE-1EB6-1F4A-94AA-610DD859E869}">
      <dsp:nvSpPr>
        <dsp:cNvPr id="0" name=""/>
        <dsp:cNvSpPr/>
      </dsp:nvSpPr>
      <dsp:spPr>
        <a:xfrm>
          <a:off x="7082149" y="4409044"/>
          <a:ext cx="184642" cy="13282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8224"/>
              </a:lnTo>
              <a:lnTo>
                <a:pt x="184642" y="132822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877056-4D6D-3A44-8680-61CFCFC95C20}">
      <dsp:nvSpPr>
        <dsp:cNvPr id="0" name=""/>
        <dsp:cNvSpPr/>
      </dsp:nvSpPr>
      <dsp:spPr>
        <a:xfrm>
          <a:off x="7637586" y="2460290"/>
          <a:ext cx="270589" cy="1034354"/>
        </a:xfrm>
        <a:custGeom>
          <a:avLst/>
          <a:gdLst/>
          <a:ahLst/>
          <a:cxnLst/>
          <a:rect l="0" t="0" r="0" b="0"/>
          <a:pathLst>
            <a:path>
              <a:moveTo>
                <a:pt x="270589" y="0"/>
              </a:moveTo>
              <a:lnTo>
                <a:pt x="270589" y="908515"/>
              </a:lnTo>
              <a:lnTo>
                <a:pt x="0" y="908515"/>
              </a:lnTo>
              <a:lnTo>
                <a:pt x="0" y="1034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EF1F57-C9E2-0945-9B55-B43809CA15DD}">
      <dsp:nvSpPr>
        <dsp:cNvPr id="0" name=""/>
        <dsp:cNvSpPr/>
      </dsp:nvSpPr>
      <dsp:spPr>
        <a:xfrm>
          <a:off x="7619777" y="914399"/>
          <a:ext cx="288398" cy="6314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5651"/>
              </a:lnTo>
              <a:lnTo>
                <a:pt x="288398" y="505651"/>
              </a:lnTo>
              <a:lnTo>
                <a:pt x="288398" y="63149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0978F5-7CC3-7041-9C32-E9688FFAC20F}">
      <dsp:nvSpPr>
        <dsp:cNvPr id="0" name=""/>
        <dsp:cNvSpPr/>
      </dsp:nvSpPr>
      <dsp:spPr>
        <a:xfrm>
          <a:off x="5131810" y="4409044"/>
          <a:ext cx="91440" cy="1318157"/>
        </a:xfrm>
        <a:custGeom>
          <a:avLst/>
          <a:gdLst/>
          <a:ahLst/>
          <a:cxnLst/>
          <a:rect l="0" t="0" r="0" b="0"/>
          <a:pathLst>
            <a:path>
              <a:moveTo>
                <a:pt x="63941" y="0"/>
              </a:moveTo>
              <a:lnTo>
                <a:pt x="45720" y="131815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4B41AA-A63F-8A4F-96EA-3FF7B55046A4}">
      <dsp:nvSpPr>
        <dsp:cNvPr id="0" name=""/>
        <dsp:cNvSpPr/>
      </dsp:nvSpPr>
      <dsp:spPr>
        <a:xfrm>
          <a:off x="5751188" y="2460290"/>
          <a:ext cx="270589" cy="1034354"/>
        </a:xfrm>
        <a:custGeom>
          <a:avLst/>
          <a:gdLst/>
          <a:ahLst/>
          <a:cxnLst/>
          <a:rect l="0" t="0" r="0" b="0"/>
          <a:pathLst>
            <a:path>
              <a:moveTo>
                <a:pt x="270589" y="0"/>
              </a:moveTo>
              <a:lnTo>
                <a:pt x="270589" y="908515"/>
              </a:lnTo>
              <a:lnTo>
                <a:pt x="0" y="908515"/>
              </a:lnTo>
              <a:lnTo>
                <a:pt x="0" y="1034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61CB1E-7A79-FC42-856D-657715675A26}">
      <dsp:nvSpPr>
        <dsp:cNvPr id="0" name=""/>
        <dsp:cNvSpPr/>
      </dsp:nvSpPr>
      <dsp:spPr>
        <a:xfrm>
          <a:off x="5733379" y="914399"/>
          <a:ext cx="288398" cy="6314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5651"/>
              </a:lnTo>
              <a:lnTo>
                <a:pt x="288398" y="505651"/>
              </a:lnTo>
              <a:lnTo>
                <a:pt x="288398" y="63149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F38784-59BA-9446-9B66-E3C89AEEC4EA}">
      <dsp:nvSpPr>
        <dsp:cNvPr id="0" name=""/>
        <dsp:cNvSpPr/>
      </dsp:nvSpPr>
      <dsp:spPr>
        <a:xfrm>
          <a:off x="3175000" y="4443021"/>
          <a:ext cx="147320" cy="1292513"/>
        </a:xfrm>
        <a:custGeom>
          <a:avLst/>
          <a:gdLst/>
          <a:ahLst/>
          <a:cxnLst/>
          <a:rect l="0" t="0" r="0" b="0"/>
          <a:pathLst>
            <a:path>
              <a:moveTo>
                <a:pt x="147320" y="0"/>
              </a:moveTo>
              <a:lnTo>
                <a:pt x="0" y="129251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68E617-15D5-3045-BFF1-7FC697F312CD}">
      <dsp:nvSpPr>
        <dsp:cNvPr id="0" name=""/>
        <dsp:cNvSpPr/>
      </dsp:nvSpPr>
      <dsp:spPr>
        <a:xfrm>
          <a:off x="3877757" y="2460290"/>
          <a:ext cx="279362" cy="1068330"/>
        </a:xfrm>
        <a:custGeom>
          <a:avLst/>
          <a:gdLst/>
          <a:ahLst/>
          <a:cxnLst/>
          <a:rect l="0" t="0" r="0" b="0"/>
          <a:pathLst>
            <a:path>
              <a:moveTo>
                <a:pt x="279362" y="0"/>
              </a:moveTo>
              <a:lnTo>
                <a:pt x="279362" y="942491"/>
              </a:lnTo>
              <a:lnTo>
                <a:pt x="0" y="942491"/>
              </a:lnTo>
              <a:lnTo>
                <a:pt x="0" y="106833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6FC59A-8511-C344-842C-87514252CFD0}">
      <dsp:nvSpPr>
        <dsp:cNvPr id="0" name=""/>
        <dsp:cNvSpPr/>
      </dsp:nvSpPr>
      <dsp:spPr>
        <a:xfrm>
          <a:off x="3588759" y="914399"/>
          <a:ext cx="568360" cy="6314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5651"/>
              </a:lnTo>
              <a:lnTo>
                <a:pt x="568360" y="505651"/>
              </a:lnTo>
              <a:lnTo>
                <a:pt x="568360" y="63149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BFFDBC-D4D3-7C42-81AE-505EAE37673B}">
      <dsp:nvSpPr>
        <dsp:cNvPr id="0" name=""/>
        <dsp:cNvSpPr/>
      </dsp:nvSpPr>
      <dsp:spPr>
        <a:xfrm>
          <a:off x="2554614" y="914399"/>
          <a:ext cx="1034144" cy="631490"/>
        </a:xfrm>
        <a:custGeom>
          <a:avLst/>
          <a:gdLst/>
          <a:ahLst/>
          <a:cxnLst/>
          <a:rect l="0" t="0" r="0" b="0"/>
          <a:pathLst>
            <a:path>
              <a:moveTo>
                <a:pt x="1034144" y="0"/>
              </a:moveTo>
              <a:lnTo>
                <a:pt x="1034144" y="505651"/>
              </a:lnTo>
              <a:lnTo>
                <a:pt x="0" y="505651"/>
              </a:lnTo>
              <a:lnTo>
                <a:pt x="0" y="63149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791EEE-2C78-6A4F-BC9B-30DDD8668021}">
      <dsp:nvSpPr>
        <dsp:cNvPr id="0" name=""/>
        <dsp:cNvSpPr/>
      </dsp:nvSpPr>
      <dsp:spPr>
        <a:xfrm>
          <a:off x="952109" y="914399"/>
          <a:ext cx="2636650" cy="631490"/>
        </a:xfrm>
        <a:custGeom>
          <a:avLst/>
          <a:gdLst/>
          <a:ahLst/>
          <a:cxnLst/>
          <a:rect l="0" t="0" r="0" b="0"/>
          <a:pathLst>
            <a:path>
              <a:moveTo>
                <a:pt x="2636650" y="0"/>
              </a:moveTo>
              <a:lnTo>
                <a:pt x="2636650" y="505651"/>
              </a:lnTo>
              <a:lnTo>
                <a:pt x="0" y="505651"/>
              </a:lnTo>
              <a:lnTo>
                <a:pt x="0" y="63149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225FA2-F2C0-2940-98DB-7432DAADE86F}">
      <dsp:nvSpPr>
        <dsp:cNvPr id="0" name=""/>
        <dsp:cNvSpPr/>
      </dsp:nvSpPr>
      <dsp:spPr>
        <a:xfrm>
          <a:off x="2857239" y="0"/>
          <a:ext cx="1463039" cy="914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Exclusive breastfeeding (62%)</a:t>
          </a:r>
        </a:p>
      </dsp:txBody>
      <dsp:txXfrm>
        <a:off x="2857239" y="0"/>
        <a:ext cx="1463039" cy="914399"/>
      </dsp:txXfrm>
    </dsp:sp>
    <dsp:sp modelId="{5E8585B2-854D-EA4C-A2D4-E5BEA1872FFB}">
      <dsp:nvSpPr>
        <dsp:cNvPr id="0" name=""/>
        <dsp:cNvSpPr/>
      </dsp:nvSpPr>
      <dsp:spPr>
        <a:xfrm>
          <a:off x="276695" y="1545890"/>
          <a:ext cx="1350827" cy="914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Formula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(4%)</a:t>
          </a:r>
        </a:p>
      </dsp:txBody>
      <dsp:txXfrm>
        <a:off x="276695" y="1545890"/>
        <a:ext cx="1350827" cy="914399"/>
      </dsp:txXfrm>
    </dsp:sp>
    <dsp:sp modelId="{FE7E3EE0-AE4B-7D41-843D-9619ECDBDE10}">
      <dsp:nvSpPr>
        <dsp:cNvPr id="0" name=""/>
        <dsp:cNvSpPr/>
      </dsp:nvSpPr>
      <dsp:spPr>
        <a:xfrm>
          <a:off x="1879201" y="1545890"/>
          <a:ext cx="1350827" cy="914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 Mix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(8%)</a:t>
          </a:r>
        </a:p>
      </dsp:txBody>
      <dsp:txXfrm>
        <a:off x="1879201" y="1545890"/>
        <a:ext cx="1350827" cy="914399"/>
      </dsp:txXfrm>
    </dsp:sp>
    <dsp:sp modelId="{55E6534C-26E9-FD44-BBFD-5F8F2FEDAA51}">
      <dsp:nvSpPr>
        <dsp:cNvPr id="0" name=""/>
        <dsp:cNvSpPr/>
      </dsp:nvSpPr>
      <dsp:spPr>
        <a:xfrm>
          <a:off x="3481706" y="1545890"/>
          <a:ext cx="1350827" cy="914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Exclusive breastfeeding (50%)</a:t>
          </a:r>
        </a:p>
      </dsp:txBody>
      <dsp:txXfrm>
        <a:off x="3481706" y="1545890"/>
        <a:ext cx="1350827" cy="914399"/>
      </dsp:txXfrm>
    </dsp:sp>
    <dsp:sp modelId="{92C175D8-2A53-8F4A-9646-14A6092C2049}">
      <dsp:nvSpPr>
        <dsp:cNvPr id="0" name=""/>
        <dsp:cNvSpPr/>
      </dsp:nvSpPr>
      <dsp:spPr>
        <a:xfrm>
          <a:off x="3183462" y="3528621"/>
          <a:ext cx="1388591" cy="914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Exclusive breastfeeding (42%)</a:t>
          </a:r>
        </a:p>
      </dsp:txBody>
      <dsp:txXfrm>
        <a:off x="3183462" y="3528621"/>
        <a:ext cx="1388591" cy="914399"/>
      </dsp:txXfrm>
    </dsp:sp>
    <dsp:sp modelId="{0C863AED-74CE-8841-B980-16C8CFC1D491}">
      <dsp:nvSpPr>
        <dsp:cNvPr id="0" name=""/>
        <dsp:cNvSpPr/>
      </dsp:nvSpPr>
      <dsp:spPr>
        <a:xfrm>
          <a:off x="3175000" y="5255144"/>
          <a:ext cx="1612979" cy="9607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Exclusive breastfeeding (32%)</a:t>
          </a:r>
        </a:p>
      </dsp:txBody>
      <dsp:txXfrm>
        <a:off x="3175000" y="5255144"/>
        <a:ext cx="1612979" cy="960780"/>
      </dsp:txXfrm>
    </dsp:sp>
    <dsp:sp modelId="{64168076-67CB-0147-8C52-3BD39B5EAA58}">
      <dsp:nvSpPr>
        <dsp:cNvPr id="0" name=""/>
        <dsp:cNvSpPr/>
      </dsp:nvSpPr>
      <dsp:spPr>
        <a:xfrm>
          <a:off x="5001859" y="0"/>
          <a:ext cx="1463039" cy="914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 mix (22%)</a:t>
          </a:r>
        </a:p>
      </dsp:txBody>
      <dsp:txXfrm>
        <a:off x="5001859" y="0"/>
        <a:ext cx="1463039" cy="914399"/>
      </dsp:txXfrm>
    </dsp:sp>
    <dsp:sp modelId="{2942B61E-5B4E-8E42-B363-D9B11B0DBF25}">
      <dsp:nvSpPr>
        <dsp:cNvPr id="0" name=""/>
        <dsp:cNvSpPr/>
      </dsp:nvSpPr>
      <dsp:spPr>
        <a:xfrm>
          <a:off x="5346364" y="1545890"/>
          <a:ext cx="1350827" cy="914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Exclusive breastfeeding (9%)</a:t>
          </a:r>
        </a:p>
      </dsp:txBody>
      <dsp:txXfrm>
        <a:off x="5346364" y="1545890"/>
        <a:ext cx="1350827" cy="914399"/>
      </dsp:txXfrm>
    </dsp:sp>
    <dsp:sp modelId="{0A13541A-A90E-7A42-AB4E-B7500978B9D2}">
      <dsp:nvSpPr>
        <dsp:cNvPr id="0" name=""/>
        <dsp:cNvSpPr/>
      </dsp:nvSpPr>
      <dsp:spPr>
        <a:xfrm>
          <a:off x="5056892" y="3494644"/>
          <a:ext cx="1388591" cy="914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Exclusive breastfeeding (6%)</a:t>
          </a:r>
        </a:p>
      </dsp:txBody>
      <dsp:txXfrm>
        <a:off x="5056892" y="3494644"/>
        <a:ext cx="1388591" cy="914399"/>
      </dsp:txXfrm>
    </dsp:sp>
    <dsp:sp modelId="{76D8CC8A-A79D-6A4A-B591-E680EA05826A}">
      <dsp:nvSpPr>
        <dsp:cNvPr id="0" name=""/>
        <dsp:cNvSpPr/>
      </dsp:nvSpPr>
      <dsp:spPr>
        <a:xfrm>
          <a:off x="5177530" y="5238479"/>
          <a:ext cx="1634720" cy="9774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Exclusive breastfeeding (2%)</a:t>
          </a:r>
        </a:p>
      </dsp:txBody>
      <dsp:txXfrm>
        <a:off x="5177530" y="5238479"/>
        <a:ext cx="1634720" cy="977445"/>
      </dsp:txXfrm>
    </dsp:sp>
    <dsp:sp modelId="{2C449DC2-D1BE-C441-9B4F-3FD6059E393A}">
      <dsp:nvSpPr>
        <dsp:cNvPr id="0" name=""/>
        <dsp:cNvSpPr/>
      </dsp:nvSpPr>
      <dsp:spPr>
        <a:xfrm>
          <a:off x="6888257" y="0"/>
          <a:ext cx="1463039" cy="914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Exclusive formula (15%)</a:t>
          </a:r>
        </a:p>
      </dsp:txBody>
      <dsp:txXfrm>
        <a:off x="6888257" y="0"/>
        <a:ext cx="1463039" cy="914399"/>
      </dsp:txXfrm>
    </dsp:sp>
    <dsp:sp modelId="{6C7E857E-20E7-C843-9598-B197503363A3}">
      <dsp:nvSpPr>
        <dsp:cNvPr id="0" name=""/>
        <dsp:cNvSpPr/>
      </dsp:nvSpPr>
      <dsp:spPr>
        <a:xfrm>
          <a:off x="7232762" y="1545890"/>
          <a:ext cx="1350827" cy="914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Exclusive breastfeeding (1%)</a:t>
          </a:r>
        </a:p>
      </dsp:txBody>
      <dsp:txXfrm>
        <a:off x="7232762" y="1545890"/>
        <a:ext cx="1350827" cy="914399"/>
      </dsp:txXfrm>
    </dsp:sp>
    <dsp:sp modelId="{3928D43F-E8EA-F848-BDF8-47E8070835E4}">
      <dsp:nvSpPr>
        <dsp:cNvPr id="0" name=""/>
        <dsp:cNvSpPr/>
      </dsp:nvSpPr>
      <dsp:spPr>
        <a:xfrm>
          <a:off x="6943290" y="3494644"/>
          <a:ext cx="1388591" cy="914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Exclusive breastfeeding (&lt;1%)</a:t>
          </a:r>
        </a:p>
      </dsp:txBody>
      <dsp:txXfrm>
        <a:off x="6943290" y="3494644"/>
        <a:ext cx="1388591" cy="914399"/>
      </dsp:txXfrm>
    </dsp:sp>
    <dsp:sp modelId="{95DA5190-087D-524C-908D-3624145EF20C}">
      <dsp:nvSpPr>
        <dsp:cNvPr id="0" name=""/>
        <dsp:cNvSpPr/>
      </dsp:nvSpPr>
      <dsp:spPr>
        <a:xfrm>
          <a:off x="7266792" y="5258614"/>
          <a:ext cx="1595829" cy="9573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Exclusive breastfeeding (&lt;1%)</a:t>
          </a:r>
        </a:p>
      </dsp:txBody>
      <dsp:txXfrm>
        <a:off x="7266792" y="5258614"/>
        <a:ext cx="1595829" cy="9573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60CDFA-45CB-6045-9DF9-9D42DE2A606C}">
      <dsp:nvSpPr>
        <dsp:cNvPr id="0" name=""/>
        <dsp:cNvSpPr/>
      </dsp:nvSpPr>
      <dsp:spPr>
        <a:xfrm>
          <a:off x="5911605" y="4470121"/>
          <a:ext cx="300991" cy="9989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8983"/>
              </a:lnTo>
              <a:lnTo>
                <a:pt x="300991" y="99898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877056-4D6D-3A44-8680-61CFCFC95C20}">
      <dsp:nvSpPr>
        <dsp:cNvPr id="0" name=""/>
        <dsp:cNvSpPr/>
      </dsp:nvSpPr>
      <dsp:spPr>
        <a:xfrm>
          <a:off x="6828926" y="2893921"/>
          <a:ext cx="91440" cy="47346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4612"/>
              </a:lnTo>
              <a:lnTo>
                <a:pt x="48679" y="254612"/>
              </a:lnTo>
              <a:lnTo>
                <a:pt x="48679" y="47346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EF1F57-C9E2-0945-9B55-B43809CA15DD}">
      <dsp:nvSpPr>
        <dsp:cNvPr id="0" name=""/>
        <dsp:cNvSpPr/>
      </dsp:nvSpPr>
      <dsp:spPr>
        <a:xfrm>
          <a:off x="6828363" y="1432828"/>
          <a:ext cx="91440" cy="52681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7961"/>
              </a:lnTo>
              <a:lnTo>
                <a:pt x="46282" y="307961"/>
              </a:lnTo>
              <a:lnTo>
                <a:pt x="46282" y="52681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2BB79C-9904-324E-9799-8049E8A7CD4B}">
      <dsp:nvSpPr>
        <dsp:cNvPr id="0" name=""/>
        <dsp:cNvSpPr/>
      </dsp:nvSpPr>
      <dsp:spPr>
        <a:xfrm>
          <a:off x="2800203" y="4511423"/>
          <a:ext cx="559679" cy="9576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57682"/>
              </a:lnTo>
              <a:lnTo>
                <a:pt x="559679" y="95768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68E617-15D5-3045-BFF1-7FC697F312CD}">
      <dsp:nvSpPr>
        <dsp:cNvPr id="0" name=""/>
        <dsp:cNvSpPr/>
      </dsp:nvSpPr>
      <dsp:spPr>
        <a:xfrm>
          <a:off x="3766204" y="2865053"/>
          <a:ext cx="197428" cy="543638"/>
        </a:xfrm>
        <a:custGeom>
          <a:avLst/>
          <a:gdLst/>
          <a:ahLst/>
          <a:cxnLst/>
          <a:rect l="0" t="0" r="0" b="0"/>
          <a:pathLst>
            <a:path>
              <a:moveTo>
                <a:pt x="197428" y="0"/>
              </a:moveTo>
              <a:lnTo>
                <a:pt x="197428" y="324782"/>
              </a:lnTo>
              <a:lnTo>
                <a:pt x="0" y="324782"/>
              </a:lnTo>
              <a:lnTo>
                <a:pt x="0" y="5436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6FC59A-8511-C344-842C-87514252CFD0}">
      <dsp:nvSpPr>
        <dsp:cNvPr id="0" name=""/>
        <dsp:cNvSpPr/>
      </dsp:nvSpPr>
      <dsp:spPr>
        <a:xfrm>
          <a:off x="2492556" y="1489470"/>
          <a:ext cx="1471076" cy="4413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451"/>
              </a:lnTo>
              <a:lnTo>
                <a:pt x="1471076" y="222451"/>
              </a:lnTo>
              <a:lnTo>
                <a:pt x="1471076" y="44130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791EEE-2C78-6A4F-BC9B-30DDD8668021}">
      <dsp:nvSpPr>
        <dsp:cNvPr id="0" name=""/>
        <dsp:cNvSpPr/>
      </dsp:nvSpPr>
      <dsp:spPr>
        <a:xfrm>
          <a:off x="1176596" y="1489470"/>
          <a:ext cx="1315959" cy="441307"/>
        </a:xfrm>
        <a:custGeom>
          <a:avLst/>
          <a:gdLst/>
          <a:ahLst/>
          <a:cxnLst/>
          <a:rect l="0" t="0" r="0" b="0"/>
          <a:pathLst>
            <a:path>
              <a:moveTo>
                <a:pt x="1315959" y="0"/>
              </a:moveTo>
              <a:lnTo>
                <a:pt x="1315959" y="222451"/>
              </a:lnTo>
              <a:lnTo>
                <a:pt x="0" y="222451"/>
              </a:lnTo>
              <a:lnTo>
                <a:pt x="0" y="44130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225FA2-F2C0-2940-98DB-7432DAADE86F}">
      <dsp:nvSpPr>
        <dsp:cNvPr id="0" name=""/>
        <dsp:cNvSpPr/>
      </dsp:nvSpPr>
      <dsp:spPr>
        <a:xfrm>
          <a:off x="1390356" y="117327"/>
          <a:ext cx="2204400" cy="13721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Breastfeeding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(84%)</a:t>
          </a:r>
        </a:p>
      </dsp:txBody>
      <dsp:txXfrm>
        <a:off x="1390356" y="117327"/>
        <a:ext cx="2204400" cy="1372143"/>
      </dsp:txXfrm>
    </dsp:sp>
    <dsp:sp modelId="{5E8585B2-854D-EA4C-A2D4-E5BEA1872FFB}">
      <dsp:nvSpPr>
        <dsp:cNvPr id="0" name=""/>
        <dsp:cNvSpPr/>
      </dsp:nvSpPr>
      <dsp:spPr>
        <a:xfrm>
          <a:off x="1934" y="1930778"/>
          <a:ext cx="2349324" cy="9342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No Breastfeeding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(5%)</a:t>
          </a:r>
        </a:p>
      </dsp:txBody>
      <dsp:txXfrm>
        <a:off x="1934" y="1930778"/>
        <a:ext cx="2349324" cy="934275"/>
      </dsp:txXfrm>
    </dsp:sp>
    <dsp:sp modelId="{55E6534C-26E9-FD44-BBFD-5F8F2FEDAA51}">
      <dsp:nvSpPr>
        <dsp:cNvPr id="0" name=""/>
        <dsp:cNvSpPr/>
      </dsp:nvSpPr>
      <dsp:spPr>
        <a:xfrm>
          <a:off x="2788970" y="1930778"/>
          <a:ext cx="2349324" cy="9342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Breastfeeding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(79%)</a:t>
          </a:r>
        </a:p>
      </dsp:txBody>
      <dsp:txXfrm>
        <a:off x="2788970" y="1930778"/>
        <a:ext cx="2349324" cy="934275"/>
      </dsp:txXfrm>
    </dsp:sp>
    <dsp:sp modelId="{92C175D8-2A53-8F4A-9646-14A6092C2049}">
      <dsp:nvSpPr>
        <dsp:cNvPr id="0" name=""/>
        <dsp:cNvSpPr/>
      </dsp:nvSpPr>
      <dsp:spPr>
        <a:xfrm>
          <a:off x="2558703" y="3408691"/>
          <a:ext cx="2415002" cy="11027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Breastfeeding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(68%)</a:t>
          </a:r>
        </a:p>
      </dsp:txBody>
      <dsp:txXfrm>
        <a:off x="2558703" y="3408691"/>
        <a:ext cx="2415002" cy="1102731"/>
      </dsp:txXfrm>
    </dsp:sp>
    <dsp:sp modelId="{21E6647A-1746-BB48-9090-047C64D63C6D}">
      <dsp:nvSpPr>
        <dsp:cNvPr id="0" name=""/>
        <dsp:cNvSpPr/>
      </dsp:nvSpPr>
      <dsp:spPr>
        <a:xfrm>
          <a:off x="3359882" y="4843208"/>
          <a:ext cx="2084342" cy="1251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Breastfeeding (59%)</a:t>
          </a:r>
        </a:p>
      </dsp:txBody>
      <dsp:txXfrm>
        <a:off x="3359882" y="4843208"/>
        <a:ext cx="2084342" cy="1251793"/>
      </dsp:txXfrm>
    </dsp:sp>
    <dsp:sp modelId="{2C449DC2-D1BE-C441-9B4F-3FD6059E393A}">
      <dsp:nvSpPr>
        <dsp:cNvPr id="0" name=""/>
        <dsp:cNvSpPr/>
      </dsp:nvSpPr>
      <dsp:spPr>
        <a:xfrm>
          <a:off x="5831912" y="60685"/>
          <a:ext cx="2084342" cy="13721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No Breastfeeding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(16%)</a:t>
          </a:r>
        </a:p>
      </dsp:txBody>
      <dsp:txXfrm>
        <a:off x="5831912" y="60685"/>
        <a:ext cx="2084342" cy="1372143"/>
      </dsp:txXfrm>
    </dsp:sp>
    <dsp:sp modelId="{6C7E857E-20E7-C843-9598-B197503363A3}">
      <dsp:nvSpPr>
        <dsp:cNvPr id="0" name=""/>
        <dsp:cNvSpPr/>
      </dsp:nvSpPr>
      <dsp:spPr>
        <a:xfrm>
          <a:off x="5699983" y="1959646"/>
          <a:ext cx="2349324" cy="9342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Breastfeeding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(3%)</a:t>
          </a:r>
        </a:p>
      </dsp:txBody>
      <dsp:txXfrm>
        <a:off x="5699983" y="1959646"/>
        <a:ext cx="2349324" cy="934275"/>
      </dsp:txXfrm>
    </dsp:sp>
    <dsp:sp modelId="{3928D43F-E8EA-F848-BDF8-47E8070835E4}">
      <dsp:nvSpPr>
        <dsp:cNvPr id="0" name=""/>
        <dsp:cNvSpPr/>
      </dsp:nvSpPr>
      <dsp:spPr>
        <a:xfrm>
          <a:off x="5670104" y="3367390"/>
          <a:ext cx="2415002" cy="11027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Breastfeeding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(1%)</a:t>
          </a:r>
        </a:p>
      </dsp:txBody>
      <dsp:txXfrm>
        <a:off x="5670104" y="3367390"/>
        <a:ext cx="2415002" cy="1102731"/>
      </dsp:txXfrm>
    </dsp:sp>
    <dsp:sp modelId="{049C2B8B-DD53-0F4B-B865-9F8A1CF0561F}">
      <dsp:nvSpPr>
        <dsp:cNvPr id="0" name=""/>
        <dsp:cNvSpPr/>
      </dsp:nvSpPr>
      <dsp:spPr>
        <a:xfrm>
          <a:off x="6212596" y="4843208"/>
          <a:ext cx="2084342" cy="1251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Breastfeeding (1%)</a:t>
          </a:r>
        </a:p>
      </dsp:txBody>
      <dsp:txXfrm>
        <a:off x="6212596" y="4843208"/>
        <a:ext cx="2084342" cy="12517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5FC662-F01F-564C-898F-394F93CB760D}">
      <dsp:nvSpPr>
        <dsp:cNvPr id="0" name=""/>
        <dsp:cNvSpPr/>
      </dsp:nvSpPr>
      <dsp:spPr>
        <a:xfrm>
          <a:off x="1193812" y="996820"/>
          <a:ext cx="1265661" cy="7637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Anxiety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(43%)</a:t>
          </a:r>
        </a:p>
      </dsp:txBody>
      <dsp:txXfrm>
        <a:off x="1216182" y="1019190"/>
        <a:ext cx="1220921" cy="719036"/>
      </dsp:txXfrm>
    </dsp:sp>
    <dsp:sp modelId="{4A8F173B-B647-7A41-86BE-25DBD6786A22}">
      <dsp:nvSpPr>
        <dsp:cNvPr id="0" name=""/>
        <dsp:cNvSpPr/>
      </dsp:nvSpPr>
      <dsp:spPr>
        <a:xfrm rot="20776617">
          <a:off x="2417489" y="1019864"/>
          <a:ext cx="2941477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941477" y="994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814691" y="956269"/>
        <a:ext cx="147073" cy="147073"/>
      </dsp:txXfrm>
    </dsp:sp>
    <dsp:sp modelId="{896D4C72-30F4-FF48-853D-1049BFE01D2C}">
      <dsp:nvSpPr>
        <dsp:cNvPr id="0" name=""/>
        <dsp:cNvSpPr/>
      </dsp:nvSpPr>
      <dsp:spPr>
        <a:xfrm>
          <a:off x="5316983" y="364489"/>
          <a:ext cx="1265661" cy="632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Anxiety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(24%)</a:t>
          </a:r>
        </a:p>
      </dsp:txBody>
      <dsp:txXfrm>
        <a:off x="5335518" y="383024"/>
        <a:ext cx="1228591" cy="595760"/>
      </dsp:txXfrm>
    </dsp:sp>
    <dsp:sp modelId="{DE37681E-BED7-684E-AC4B-8B3792C35BF1}">
      <dsp:nvSpPr>
        <dsp:cNvPr id="0" name=""/>
        <dsp:cNvSpPr/>
      </dsp:nvSpPr>
      <dsp:spPr>
        <a:xfrm rot="20976401">
          <a:off x="6566070" y="488717"/>
          <a:ext cx="2020403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020403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7525762" y="448150"/>
        <a:ext cx="101020" cy="101020"/>
      </dsp:txXfrm>
    </dsp:sp>
    <dsp:sp modelId="{B1C9D90C-1896-AB48-8AE1-1708F95E90D7}">
      <dsp:nvSpPr>
        <dsp:cNvPr id="0" name=""/>
        <dsp:cNvSpPr/>
      </dsp:nvSpPr>
      <dsp:spPr>
        <a:xfrm>
          <a:off x="8569898" y="0"/>
          <a:ext cx="1527552" cy="632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Anxiety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(17%)</a:t>
          </a:r>
        </a:p>
      </dsp:txBody>
      <dsp:txXfrm>
        <a:off x="8588433" y="18535"/>
        <a:ext cx="1490482" cy="595760"/>
      </dsp:txXfrm>
    </dsp:sp>
    <dsp:sp modelId="{B0F47049-9A2A-E145-AAB8-864E8AA8D5DA}">
      <dsp:nvSpPr>
        <dsp:cNvPr id="0" name=""/>
        <dsp:cNvSpPr/>
      </dsp:nvSpPr>
      <dsp:spPr>
        <a:xfrm rot="621547">
          <a:off x="6566181" y="852594"/>
          <a:ext cx="2020182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020182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7525767" y="812032"/>
        <a:ext cx="101009" cy="101009"/>
      </dsp:txXfrm>
    </dsp:sp>
    <dsp:sp modelId="{660C7D95-FDDA-B043-A878-982736C48441}">
      <dsp:nvSpPr>
        <dsp:cNvPr id="0" name=""/>
        <dsp:cNvSpPr/>
      </dsp:nvSpPr>
      <dsp:spPr>
        <a:xfrm>
          <a:off x="8569898" y="727753"/>
          <a:ext cx="1527552" cy="632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 Anxiety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(7%)</a:t>
          </a:r>
        </a:p>
      </dsp:txBody>
      <dsp:txXfrm>
        <a:off x="8588433" y="746288"/>
        <a:ext cx="1490482" cy="595760"/>
      </dsp:txXfrm>
    </dsp:sp>
    <dsp:sp modelId="{075242B2-B3A3-8B40-8050-9908343CAEF6}">
      <dsp:nvSpPr>
        <dsp:cNvPr id="0" name=""/>
        <dsp:cNvSpPr/>
      </dsp:nvSpPr>
      <dsp:spPr>
        <a:xfrm rot="891059">
          <a:off x="2410098" y="1747619"/>
          <a:ext cx="2956261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956261" y="994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814322" y="1683655"/>
        <a:ext cx="147813" cy="147813"/>
      </dsp:txXfrm>
    </dsp:sp>
    <dsp:sp modelId="{4915C9F8-0459-0C47-A384-D827DE26DDB9}">
      <dsp:nvSpPr>
        <dsp:cNvPr id="0" name=""/>
        <dsp:cNvSpPr/>
      </dsp:nvSpPr>
      <dsp:spPr>
        <a:xfrm>
          <a:off x="5316983" y="1820000"/>
          <a:ext cx="1265661" cy="632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 Anxiety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(19%)</a:t>
          </a:r>
        </a:p>
      </dsp:txBody>
      <dsp:txXfrm>
        <a:off x="5335518" y="1838535"/>
        <a:ext cx="1228591" cy="595760"/>
      </dsp:txXfrm>
    </dsp:sp>
    <dsp:sp modelId="{FB5A3570-B08A-7F4D-9F40-D6F646F5D27D}">
      <dsp:nvSpPr>
        <dsp:cNvPr id="0" name=""/>
        <dsp:cNvSpPr/>
      </dsp:nvSpPr>
      <dsp:spPr>
        <a:xfrm rot="20976398">
          <a:off x="6566070" y="1944227"/>
          <a:ext cx="2020403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020403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7525762" y="1903660"/>
        <a:ext cx="101020" cy="101020"/>
      </dsp:txXfrm>
    </dsp:sp>
    <dsp:sp modelId="{329B4990-3DCB-0B41-AE65-1385FBF540C0}">
      <dsp:nvSpPr>
        <dsp:cNvPr id="0" name=""/>
        <dsp:cNvSpPr/>
      </dsp:nvSpPr>
      <dsp:spPr>
        <a:xfrm>
          <a:off x="8569898" y="1455508"/>
          <a:ext cx="1527552" cy="632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Anxiety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(5%)</a:t>
          </a:r>
        </a:p>
      </dsp:txBody>
      <dsp:txXfrm>
        <a:off x="8588433" y="1474043"/>
        <a:ext cx="1490482" cy="595760"/>
      </dsp:txXfrm>
    </dsp:sp>
    <dsp:sp modelId="{25EE9E64-36F1-AC49-9054-9C6C54E3993A}">
      <dsp:nvSpPr>
        <dsp:cNvPr id="0" name=""/>
        <dsp:cNvSpPr/>
      </dsp:nvSpPr>
      <dsp:spPr>
        <a:xfrm rot="621547">
          <a:off x="6566181" y="2308105"/>
          <a:ext cx="2020182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020182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7525767" y="2267543"/>
        <a:ext cx="101009" cy="101009"/>
      </dsp:txXfrm>
    </dsp:sp>
    <dsp:sp modelId="{8FA60B2A-AFF2-F144-931B-543F6C001782}">
      <dsp:nvSpPr>
        <dsp:cNvPr id="0" name=""/>
        <dsp:cNvSpPr/>
      </dsp:nvSpPr>
      <dsp:spPr>
        <a:xfrm>
          <a:off x="8569898" y="2183264"/>
          <a:ext cx="1527552" cy="632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 Anxiety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(13%)</a:t>
          </a:r>
        </a:p>
      </dsp:txBody>
      <dsp:txXfrm>
        <a:off x="8588433" y="2201799"/>
        <a:ext cx="1490482" cy="595760"/>
      </dsp:txXfrm>
    </dsp:sp>
    <dsp:sp modelId="{B42D8C23-0A95-6F41-A643-05DCA24DA714}">
      <dsp:nvSpPr>
        <dsp:cNvPr id="0" name=""/>
        <dsp:cNvSpPr/>
      </dsp:nvSpPr>
      <dsp:spPr>
        <a:xfrm>
          <a:off x="1193812" y="3907842"/>
          <a:ext cx="1265661" cy="7637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 Anxiety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(57%)</a:t>
          </a:r>
        </a:p>
      </dsp:txBody>
      <dsp:txXfrm>
        <a:off x="1216182" y="3930212"/>
        <a:ext cx="1220921" cy="719036"/>
      </dsp:txXfrm>
    </dsp:sp>
    <dsp:sp modelId="{1D53ED84-5BCF-A345-82EA-FC755FFC04E4}">
      <dsp:nvSpPr>
        <dsp:cNvPr id="0" name=""/>
        <dsp:cNvSpPr/>
      </dsp:nvSpPr>
      <dsp:spPr>
        <a:xfrm rot="20776617">
          <a:off x="2417489" y="3930886"/>
          <a:ext cx="2941477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941477" y="994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814691" y="3867291"/>
        <a:ext cx="147073" cy="147073"/>
      </dsp:txXfrm>
    </dsp:sp>
    <dsp:sp modelId="{08FB15AD-8641-2048-90BC-187BB0959AC8}">
      <dsp:nvSpPr>
        <dsp:cNvPr id="0" name=""/>
        <dsp:cNvSpPr/>
      </dsp:nvSpPr>
      <dsp:spPr>
        <a:xfrm>
          <a:off x="5316983" y="3275511"/>
          <a:ext cx="1265661" cy="632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Anxiety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(11%)</a:t>
          </a:r>
        </a:p>
      </dsp:txBody>
      <dsp:txXfrm>
        <a:off x="5335518" y="3294046"/>
        <a:ext cx="1228591" cy="595760"/>
      </dsp:txXfrm>
    </dsp:sp>
    <dsp:sp modelId="{C43E5C8D-3C1B-4D4C-B3BC-CCB015EF3C93}">
      <dsp:nvSpPr>
        <dsp:cNvPr id="0" name=""/>
        <dsp:cNvSpPr/>
      </dsp:nvSpPr>
      <dsp:spPr>
        <a:xfrm rot="20976398">
          <a:off x="6566070" y="3399738"/>
          <a:ext cx="2020403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020403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7525762" y="3359171"/>
        <a:ext cx="101020" cy="101020"/>
      </dsp:txXfrm>
    </dsp:sp>
    <dsp:sp modelId="{B3882E92-45C7-5E4F-875E-0D0594DC9FA3}">
      <dsp:nvSpPr>
        <dsp:cNvPr id="0" name=""/>
        <dsp:cNvSpPr/>
      </dsp:nvSpPr>
      <dsp:spPr>
        <a:xfrm>
          <a:off x="8569898" y="2911019"/>
          <a:ext cx="1527552" cy="632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Anxiety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(6%)</a:t>
          </a:r>
        </a:p>
      </dsp:txBody>
      <dsp:txXfrm>
        <a:off x="8588433" y="2929554"/>
        <a:ext cx="1490482" cy="595760"/>
      </dsp:txXfrm>
    </dsp:sp>
    <dsp:sp modelId="{49B99774-E821-324B-ADA8-718775DC50C0}">
      <dsp:nvSpPr>
        <dsp:cNvPr id="0" name=""/>
        <dsp:cNvSpPr/>
      </dsp:nvSpPr>
      <dsp:spPr>
        <a:xfrm rot="621547">
          <a:off x="6566181" y="3763616"/>
          <a:ext cx="2020182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020182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7525767" y="3723054"/>
        <a:ext cx="101009" cy="101009"/>
      </dsp:txXfrm>
    </dsp:sp>
    <dsp:sp modelId="{CC4BD005-3731-C24A-B67B-0732358B31D6}">
      <dsp:nvSpPr>
        <dsp:cNvPr id="0" name=""/>
        <dsp:cNvSpPr/>
      </dsp:nvSpPr>
      <dsp:spPr>
        <a:xfrm>
          <a:off x="8569898" y="3638775"/>
          <a:ext cx="1527552" cy="632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 Anxiety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(5%)</a:t>
          </a:r>
        </a:p>
      </dsp:txBody>
      <dsp:txXfrm>
        <a:off x="8588433" y="3657310"/>
        <a:ext cx="1490482" cy="595760"/>
      </dsp:txXfrm>
    </dsp:sp>
    <dsp:sp modelId="{01807F8B-185B-DA4B-8E22-FEF75220C754}">
      <dsp:nvSpPr>
        <dsp:cNvPr id="0" name=""/>
        <dsp:cNvSpPr/>
      </dsp:nvSpPr>
      <dsp:spPr>
        <a:xfrm rot="891059">
          <a:off x="2410098" y="4658641"/>
          <a:ext cx="2956261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956261" y="994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814322" y="4594677"/>
        <a:ext cx="147813" cy="147813"/>
      </dsp:txXfrm>
    </dsp:sp>
    <dsp:sp modelId="{612D52B8-05F1-2043-9EA1-CC12681D5010}">
      <dsp:nvSpPr>
        <dsp:cNvPr id="0" name=""/>
        <dsp:cNvSpPr/>
      </dsp:nvSpPr>
      <dsp:spPr>
        <a:xfrm>
          <a:off x="5316983" y="4731022"/>
          <a:ext cx="1265661" cy="632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 Anxiety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(46%)</a:t>
          </a:r>
        </a:p>
      </dsp:txBody>
      <dsp:txXfrm>
        <a:off x="5335518" y="4749557"/>
        <a:ext cx="1228591" cy="595760"/>
      </dsp:txXfrm>
    </dsp:sp>
    <dsp:sp modelId="{49C088E2-786D-094D-BA22-F9C00DAE26DC}">
      <dsp:nvSpPr>
        <dsp:cNvPr id="0" name=""/>
        <dsp:cNvSpPr/>
      </dsp:nvSpPr>
      <dsp:spPr>
        <a:xfrm rot="20976398">
          <a:off x="6566070" y="4855249"/>
          <a:ext cx="2020403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020403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7525762" y="4814682"/>
        <a:ext cx="101020" cy="101020"/>
      </dsp:txXfrm>
    </dsp:sp>
    <dsp:sp modelId="{3A1D92EF-0638-7549-95B4-062805C956D2}">
      <dsp:nvSpPr>
        <dsp:cNvPr id="0" name=""/>
        <dsp:cNvSpPr/>
      </dsp:nvSpPr>
      <dsp:spPr>
        <a:xfrm>
          <a:off x="8569898" y="4366530"/>
          <a:ext cx="1527552" cy="632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Anxiety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(7%)</a:t>
          </a:r>
        </a:p>
      </dsp:txBody>
      <dsp:txXfrm>
        <a:off x="8588433" y="4385065"/>
        <a:ext cx="1490482" cy="595760"/>
      </dsp:txXfrm>
    </dsp:sp>
    <dsp:sp modelId="{05FAEBF8-D47F-9943-A421-8FBE6B400448}">
      <dsp:nvSpPr>
        <dsp:cNvPr id="0" name=""/>
        <dsp:cNvSpPr/>
      </dsp:nvSpPr>
      <dsp:spPr>
        <a:xfrm rot="621547">
          <a:off x="6566181" y="5219127"/>
          <a:ext cx="2020182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020182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7525767" y="5178565"/>
        <a:ext cx="101009" cy="101009"/>
      </dsp:txXfrm>
    </dsp:sp>
    <dsp:sp modelId="{018AD1AC-D1FC-A640-9CD9-33D5E86EF636}">
      <dsp:nvSpPr>
        <dsp:cNvPr id="0" name=""/>
        <dsp:cNvSpPr/>
      </dsp:nvSpPr>
      <dsp:spPr>
        <a:xfrm>
          <a:off x="8569898" y="5094286"/>
          <a:ext cx="1527552" cy="632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 Anxiety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(39%)</a:t>
          </a:r>
        </a:p>
      </dsp:txBody>
      <dsp:txXfrm>
        <a:off x="8588433" y="5112821"/>
        <a:ext cx="1490482" cy="5957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5FC662-F01F-564C-898F-394F93CB760D}">
      <dsp:nvSpPr>
        <dsp:cNvPr id="0" name=""/>
        <dsp:cNvSpPr/>
      </dsp:nvSpPr>
      <dsp:spPr>
        <a:xfrm>
          <a:off x="230081" y="1193398"/>
          <a:ext cx="1515256" cy="91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Anxiety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(43%)</a:t>
          </a:r>
        </a:p>
      </dsp:txBody>
      <dsp:txXfrm>
        <a:off x="256863" y="1220180"/>
        <a:ext cx="1461692" cy="860832"/>
      </dsp:txXfrm>
    </dsp:sp>
    <dsp:sp modelId="{4A8F173B-B647-7A41-86BE-25DBD6786A22}">
      <dsp:nvSpPr>
        <dsp:cNvPr id="0" name=""/>
        <dsp:cNvSpPr/>
      </dsp:nvSpPr>
      <dsp:spPr>
        <a:xfrm rot="20776617">
          <a:off x="1695074" y="1222947"/>
          <a:ext cx="3521552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3521552" y="994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367811" y="1144851"/>
        <a:ext cx="176077" cy="176077"/>
      </dsp:txXfrm>
    </dsp:sp>
    <dsp:sp modelId="{896D4C72-30F4-FF48-853D-1049BFE01D2C}">
      <dsp:nvSpPr>
        <dsp:cNvPr id="0" name=""/>
        <dsp:cNvSpPr/>
      </dsp:nvSpPr>
      <dsp:spPr>
        <a:xfrm>
          <a:off x="5166363" y="436368"/>
          <a:ext cx="1515256" cy="757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Anxiety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(24%)</a:t>
          </a:r>
        </a:p>
      </dsp:txBody>
      <dsp:txXfrm>
        <a:off x="5188553" y="458558"/>
        <a:ext cx="1470876" cy="713248"/>
      </dsp:txXfrm>
    </dsp:sp>
    <dsp:sp modelId="{DE37681E-BED7-684E-AC4B-8B3792C35BF1}">
      <dsp:nvSpPr>
        <dsp:cNvPr id="0" name=""/>
        <dsp:cNvSpPr/>
      </dsp:nvSpPr>
      <dsp:spPr>
        <a:xfrm rot="20976401">
          <a:off x="6661776" y="587055"/>
          <a:ext cx="2418836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418836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7810723" y="536527"/>
        <a:ext cx="120941" cy="120941"/>
      </dsp:txXfrm>
    </dsp:sp>
    <dsp:sp modelId="{B1C9D90C-1896-AB48-8AE1-1708F95E90D7}">
      <dsp:nvSpPr>
        <dsp:cNvPr id="0" name=""/>
        <dsp:cNvSpPr/>
      </dsp:nvSpPr>
      <dsp:spPr>
        <a:xfrm>
          <a:off x="9060769" y="0"/>
          <a:ext cx="1828793" cy="757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Anxiety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(17%)</a:t>
          </a:r>
        </a:p>
      </dsp:txBody>
      <dsp:txXfrm>
        <a:off x="9082959" y="22190"/>
        <a:ext cx="1784413" cy="713248"/>
      </dsp:txXfrm>
    </dsp:sp>
    <dsp:sp modelId="{B0F47049-9A2A-E145-AAB8-864E8AA8D5DA}">
      <dsp:nvSpPr>
        <dsp:cNvPr id="0" name=""/>
        <dsp:cNvSpPr/>
      </dsp:nvSpPr>
      <dsp:spPr>
        <a:xfrm rot="621547">
          <a:off x="6661908" y="1022690"/>
          <a:ext cx="2418572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418572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7810730" y="972169"/>
        <a:ext cx="120928" cy="120928"/>
      </dsp:txXfrm>
    </dsp:sp>
    <dsp:sp modelId="{660C7D95-FDDA-B043-A878-982736C48441}">
      <dsp:nvSpPr>
        <dsp:cNvPr id="0" name=""/>
        <dsp:cNvSpPr/>
      </dsp:nvSpPr>
      <dsp:spPr>
        <a:xfrm>
          <a:off x="9060769" y="871270"/>
          <a:ext cx="1828793" cy="757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No Anxiety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(7%)</a:t>
          </a:r>
        </a:p>
      </dsp:txBody>
      <dsp:txXfrm>
        <a:off x="9082959" y="893460"/>
        <a:ext cx="1784413" cy="713248"/>
      </dsp:txXfrm>
    </dsp:sp>
    <dsp:sp modelId="{075242B2-B3A3-8B40-8050-9908343CAEF6}">
      <dsp:nvSpPr>
        <dsp:cNvPr id="0" name=""/>
        <dsp:cNvSpPr/>
      </dsp:nvSpPr>
      <dsp:spPr>
        <a:xfrm rot="891059">
          <a:off x="1686225" y="2094219"/>
          <a:ext cx="3539251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3539251" y="994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367369" y="2015681"/>
        <a:ext cx="176962" cy="176962"/>
      </dsp:txXfrm>
    </dsp:sp>
    <dsp:sp modelId="{4915C9F8-0459-0C47-A384-D827DE26DDB9}">
      <dsp:nvSpPr>
        <dsp:cNvPr id="0" name=""/>
        <dsp:cNvSpPr/>
      </dsp:nvSpPr>
      <dsp:spPr>
        <a:xfrm>
          <a:off x="5166363" y="2178913"/>
          <a:ext cx="1515256" cy="757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No Anxiety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(19%)</a:t>
          </a:r>
        </a:p>
      </dsp:txBody>
      <dsp:txXfrm>
        <a:off x="5188553" y="2201103"/>
        <a:ext cx="1470876" cy="713248"/>
      </dsp:txXfrm>
    </dsp:sp>
    <dsp:sp modelId="{FB5A3570-B08A-7F4D-9F40-D6F646F5D27D}">
      <dsp:nvSpPr>
        <dsp:cNvPr id="0" name=""/>
        <dsp:cNvSpPr/>
      </dsp:nvSpPr>
      <dsp:spPr>
        <a:xfrm rot="20976398">
          <a:off x="6661776" y="2329599"/>
          <a:ext cx="2418837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418837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7810723" y="2279071"/>
        <a:ext cx="120941" cy="120941"/>
      </dsp:txXfrm>
    </dsp:sp>
    <dsp:sp modelId="{329B4990-3DCB-0B41-AE65-1385FBF540C0}">
      <dsp:nvSpPr>
        <dsp:cNvPr id="0" name=""/>
        <dsp:cNvSpPr/>
      </dsp:nvSpPr>
      <dsp:spPr>
        <a:xfrm>
          <a:off x="9060769" y="1742542"/>
          <a:ext cx="1828793" cy="757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Anxiety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(5%)</a:t>
          </a:r>
        </a:p>
      </dsp:txBody>
      <dsp:txXfrm>
        <a:off x="9082959" y="1764732"/>
        <a:ext cx="1784413" cy="713248"/>
      </dsp:txXfrm>
    </dsp:sp>
    <dsp:sp modelId="{25EE9E64-36F1-AC49-9054-9C6C54E3993A}">
      <dsp:nvSpPr>
        <dsp:cNvPr id="0" name=""/>
        <dsp:cNvSpPr/>
      </dsp:nvSpPr>
      <dsp:spPr>
        <a:xfrm rot="621547">
          <a:off x="6661908" y="2765236"/>
          <a:ext cx="2418572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418572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7810730" y="2714714"/>
        <a:ext cx="120928" cy="120928"/>
      </dsp:txXfrm>
    </dsp:sp>
    <dsp:sp modelId="{8FA60B2A-AFF2-F144-931B-543F6C001782}">
      <dsp:nvSpPr>
        <dsp:cNvPr id="0" name=""/>
        <dsp:cNvSpPr/>
      </dsp:nvSpPr>
      <dsp:spPr>
        <a:xfrm>
          <a:off x="9060769" y="2613815"/>
          <a:ext cx="1828793" cy="757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No Anxiety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(13%)</a:t>
          </a:r>
        </a:p>
      </dsp:txBody>
      <dsp:txXfrm>
        <a:off x="9082959" y="2636005"/>
        <a:ext cx="1784413" cy="713248"/>
      </dsp:txXfrm>
    </dsp:sp>
    <dsp:sp modelId="{B42D8C23-0A95-6F41-A643-05DCA24DA714}">
      <dsp:nvSpPr>
        <dsp:cNvPr id="0" name=""/>
        <dsp:cNvSpPr/>
      </dsp:nvSpPr>
      <dsp:spPr>
        <a:xfrm>
          <a:off x="230081" y="4678488"/>
          <a:ext cx="1515256" cy="91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No Anxiety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(57%)</a:t>
          </a:r>
        </a:p>
      </dsp:txBody>
      <dsp:txXfrm>
        <a:off x="256863" y="4705270"/>
        <a:ext cx="1461692" cy="860832"/>
      </dsp:txXfrm>
    </dsp:sp>
    <dsp:sp modelId="{1D53ED84-5BCF-A345-82EA-FC755FFC04E4}">
      <dsp:nvSpPr>
        <dsp:cNvPr id="0" name=""/>
        <dsp:cNvSpPr/>
      </dsp:nvSpPr>
      <dsp:spPr>
        <a:xfrm rot="20776617">
          <a:off x="1695074" y="4708037"/>
          <a:ext cx="3521552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3521552" y="994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367811" y="4629941"/>
        <a:ext cx="176077" cy="176077"/>
      </dsp:txXfrm>
    </dsp:sp>
    <dsp:sp modelId="{08FB15AD-8641-2048-90BC-187BB0959AC8}">
      <dsp:nvSpPr>
        <dsp:cNvPr id="0" name=""/>
        <dsp:cNvSpPr/>
      </dsp:nvSpPr>
      <dsp:spPr>
        <a:xfrm>
          <a:off x="5166363" y="3921458"/>
          <a:ext cx="1515256" cy="757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Anxiety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(11%)</a:t>
          </a:r>
        </a:p>
      </dsp:txBody>
      <dsp:txXfrm>
        <a:off x="5188553" y="3943648"/>
        <a:ext cx="1470876" cy="713248"/>
      </dsp:txXfrm>
    </dsp:sp>
    <dsp:sp modelId="{C43E5C8D-3C1B-4D4C-B3BC-CCB015EF3C93}">
      <dsp:nvSpPr>
        <dsp:cNvPr id="0" name=""/>
        <dsp:cNvSpPr/>
      </dsp:nvSpPr>
      <dsp:spPr>
        <a:xfrm rot="20976398">
          <a:off x="6661776" y="4072144"/>
          <a:ext cx="2418837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418837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7810723" y="4021616"/>
        <a:ext cx="120941" cy="120941"/>
      </dsp:txXfrm>
    </dsp:sp>
    <dsp:sp modelId="{B3882E92-45C7-5E4F-875E-0D0594DC9FA3}">
      <dsp:nvSpPr>
        <dsp:cNvPr id="0" name=""/>
        <dsp:cNvSpPr/>
      </dsp:nvSpPr>
      <dsp:spPr>
        <a:xfrm>
          <a:off x="9060769" y="3485087"/>
          <a:ext cx="1828793" cy="757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Anxiety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(6%)</a:t>
          </a:r>
        </a:p>
      </dsp:txBody>
      <dsp:txXfrm>
        <a:off x="9082959" y="3507277"/>
        <a:ext cx="1784413" cy="713248"/>
      </dsp:txXfrm>
    </dsp:sp>
    <dsp:sp modelId="{49B99774-E821-324B-ADA8-718775DC50C0}">
      <dsp:nvSpPr>
        <dsp:cNvPr id="0" name=""/>
        <dsp:cNvSpPr/>
      </dsp:nvSpPr>
      <dsp:spPr>
        <a:xfrm rot="621547">
          <a:off x="6661908" y="4507781"/>
          <a:ext cx="2418572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418572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7810730" y="4457259"/>
        <a:ext cx="120928" cy="120928"/>
      </dsp:txXfrm>
    </dsp:sp>
    <dsp:sp modelId="{CC4BD005-3731-C24A-B67B-0732358B31D6}">
      <dsp:nvSpPr>
        <dsp:cNvPr id="0" name=""/>
        <dsp:cNvSpPr/>
      </dsp:nvSpPr>
      <dsp:spPr>
        <a:xfrm>
          <a:off x="9060769" y="4356360"/>
          <a:ext cx="1828793" cy="757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No Anxiety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(5%)</a:t>
          </a:r>
        </a:p>
      </dsp:txBody>
      <dsp:txXfrm>
        <a:off x="9082959" y="4378550"/>
        <a:ext cx="1784413" cy="713248"/>
      </dsp:txXfrm>
    </dsp:sp>
    <dsp:sp modelId="{01807F8B-185B-DA4B-8E22-FEF75220C754}">
      <dsp:nvSpPr>
        <dsp:cNvPr id="0" name=""/>
        <dsp:cNvSpPr/>
      </dsp:nvSpPr>
      <dsp:spPr>
        <a:xfrm rot="891059">
          <a:off x="1686225" y="5579309"/>
          <a:ext cx="3539251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3539251" y="994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367369" y="5500771"/>
        <a:ext cx="176962" cy="176962"/>
      </dsp:txXfrm>
    </dsp:sp>
    <dsp:sp modelId="{612D52B8-05F1-2043-9EA1-CC12681D5010}">
      <dsp:nvSpPr>
        <dsp:cNvPr id="0" name=""/>
        <dsp:cNvSpPr/>
      </dsp:nvSpPr>
      <dsp:spPr>
        <a:xfrm>
          <a:off x="5166363" y="5664003"/>
          <a:ext cx="1515256" cy="757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No Anxiety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(46%)</a:t>
          </a:r>
        </a:p>
      </dsp:txBody>
      <dsp:txXfrm>
        <a:off x="5188553" y="5686193"/>
        <a:ext cx="1470876" cy="713248"/>
      </dsp:txXfrm>
    </dsp:sp>
    <dsp:sp modelId="{49C088E2-786D-094D-BA22-F9C00DAE26DC}">
      <dsp:nvSpPr>
        <dsp:cNvPr id="0" name=""/>
        <dsp:cNvSpPr/>
      </dsp:nvSpPr>
      <dsp:spPr>
        <a:xfrm rot="20976398">
          <a:off x="6661776" y="5814689"/>
          <a:ext cx="2418837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418837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7810723" y="5764161"/>
        <a:ext cx="120941" cy="120941"/>
      </dsp:txXfrm>
    </dsp:sp>
    <dsp:sp modelId="{3A1D92EF-0638-7549-95B4-062805C956D2}">
      <dsp:nvSpPr>
        <dsp:cNvPr id="0" name=""/>
        <dsp:cNvSpPr/>
      </dsp:nvSpPr>
      <dsp:spPr>
        <a:xfrm>
          <a:off x="9060769" y="5227632"/>
          <a:ext cx="1828793" cy="757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Anxiety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(7%)</a:t>
          </a:r>
        </a:p>
      </dsp:txBody>
      <dsp:txXfrm>
        <a:off x="9082959" y="5249822"/>
        <a:ext cx="1784413" cy="713248"/>
      </dsp:txXfrm>
    </dsp:sp>
    <dsp:sp modelId="{05FAEBF8-D47F-9943-A421-8FBE6B400448}">
      <dsp:nvSpPr>
        <dsp:cNvPr id="0" name=""/>
        <dsp:cNvSpPr/>
      </dsp:nvSpPr>
      <dsp:spPr>
        <a:xfrm rot="621547">
          <a:off x="6661908" y="6250326"/>
          <a:ext cx="2418572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418572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7810730" y="6199804"/>
        <a:ext cx="120928" cy="120928"/>
      </dsp:txXfrm>
    </dsp:sp>
    <dsp:sp modelId="{018AD1AC-D1FC-A640-9CD9-33D5E86EF636}">
      <dsp:nvSpPr>
        <dsp:cNvPr id="0" name=""/>
        <dsp:cNvSpPr/>
      </dsp:nvSpPr>
      <dsp:spPr>
        <a:xfrm>
          <a:off x="9060769" y="6098905"/>
          <a:ext cx="1828793" cy="757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No Anxiety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(39%)</a:t>
          </a:r>
        </a:p>
      </dsp:txBody>
      <dsp:txXfrm>
        <a:off x="9082959" y="6121095"/>
        <a:ext cx="1784413" cy="71324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5FC662-F01F-564C-898F-394F93CB760D}">
      <dsp:nvSpPr>
        <dsp:cNvPr id="0" name=""/>
        <dsp:cNvSpPr/>
      </dsp:nvSpPr>
      <dsp:spPr>
        <a:xfrm>
          <a:off x="1292589" y="976672"/>
          <a:ext cx="1240079" cy="7483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Depression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(23%)</a:t>
          </a:r>
        </a:p>
      </dsp:txBody>
      <dsp:txXfrm>
        <a:off x="1314507" y="998590"/>
        <a:ext cx="1196243" cy="704502"/>
      </dsp:txXfrm>
    </dsp:sp>
    <dsp:sp modelId="{4A8F173B-B647-7A41-86BE-25DBD6786A22}">
      <dsp:nvSpPr>
        <dsp:cNvPr id="0" name=""/>
        <dsp:cNvSpPr/>
      </dsp:nvSpPr>
      <dsp:spPr>
        <a:xfrm rot="20776617">
          <a:off x="2491533" y="999049"/>
          <a:ext cx="2882023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882023" y="994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860494" y="936941"/>
        <a:ext cx="144101" cy="144101"/>
      </dsp:txXfrm>
    </dsp:sp>
    <dsp:sp modelId="{896D4C72-30F4-FF48-853D-1049BFE01D2C}">
      <dsp:nvSpPr>
        <dsp:cNvPr id="0" name=""/>
        <dsp:cNvSpPr/>
      </dsp:nvSpPr>
      <dsp:spPr>
        <a:xfrm>
          <a:off x="5332421" y="357122"/>
          <a:ext cx="1240079" cy="6200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Depression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(11%)</a:t>
          </a:r>
        </a:p>
      </dsp:txBody>
      <dsp:txXfrm>
        <a:off x="5350581" y="375282"/>
        <a:ext cx="1203759" cy="583719"/>
      </dsp:txXfrm>
    </dsp:sp>
    <dsp:sp modelId="{DE37681E-BED7-684E-AC4B-8B3792C35BF1}">
      <dsp:nvSpPr>
        <dsp:cNvPr id="0" name=""/>
        <dsp:cNvSpPr/>
      </dsp:nvSpPr>
      <dsp:spPr>
        <a:xfrm rot="20976401">
          <a:off x="6556261" y="478638"/>
          <a:ext cx="1979565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1979565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7496555" y="439091"/>
        <a:ext cx="98978" cy="98978"/>
      </dsp:txXfrm>
    </dsp:sp>
    <dsp:sp modelId="{B1C9D90C-1896-AB48-8AE1-1708F95E90D7}">
      <dsp:nvSpPr>
        <dsp:cNvPr id="0" name=""/>
        <dsp:cNvSpPr/>
      </dsp:nvSpPr>
      <dsp:spPr>
        <a:xfrm>
          <a:off x="8519587" y="0"/>
          <a:ext cx="1496676" cy="6200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Depression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(8%)</a:t>
          </a:r>
        </a:p>
      </dsp:txBody>
      <dsp:txXfrm>
        <a:off x="8537747" y="18160"/>
        <a:ext cx="1460356" cy="583719"/>
      </dsp:txXfrm>
    </dsp:sp>
    <dsp:sp modelId="{B0F47049-9A2A-E145-AAB8-864E8AA8D5DA}">
      <dsp:nvSpPr>
        <dsp:cNvPr id="0" name=""/>
        <dsp:cNvSpPr/>
      </dsp:nvSpPr>
      <dsp:spPr>
        <a:xfrm rot="621547">
          <a:off x="6556369" y="835160"/>
          <a:ext cx="1979349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1979349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7496560" y="795619"/>
        <a:ext cx="98967" cy="98967"/>
      </dsp:txXfrm>
    </dsp:sp>
    <dsp:sp modelId="{660C7D95-FDDA-B043-A878-982736C48441}">
      <dsp:nvSpPr>
        <dsp:cNvPr id="0" name=""/>
        <dsp:cNvSpPr/>
      </dsp:nvSpPr>
      <dsp:spPr>
        <a:xfrm>
          <a:off x="8519587" y="713043"/>
          <a:ext cx="1496676" cy="6200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No Depression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(3%)</a:t>
          </a:r>
        </a:p>
      </dsp:txBody>
      <dsp:txXfrm>
        <a:off x="8537747" y="731203"/>
        <a:ext cx="1460356" cy="583719"/>
      </dsp:txXfrm>
    </dsp:sp>
    <dsp:sp modelId="{075242B2-B3A3-8B40-8050-9908343CAEF6}">
      <dsp:nvSpPr>
        <dsp:cNvPr id="0" name=""/>
        <dsp:cNvSpPr/>
      </dsp:nvSpPr>
      <dsp:spPr>
        <a:xfrm rot="891059">
          <a:off x="2484291" y="1712095"/>
          <a:ext cx="2896508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896508" y="994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860132" y="1649624"/>
        <a:ext cx="144825" cy="144825"/>
      </dsp:txXfrm>
    </dsp:sp>
    <dsp:sp modelId="{4915C9F8-0459-0C47-A384-D827DE26DDB9}">
      <dsp:nvSpPr>
        <dsp:cNvPr id="0" name=""/>
        <dsp:cNvSpPr/>
      </dsp:nvSpPr>
      <dsp:spPr>
        <a:xfrm>
          <a:off x="5332421" y="1783213"/>
          <a:ext cx="1240079" cy="6200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No Depression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(12%)</a:t>
          </a:r>
        </a:p>
      </dsp:txBody>
      <dsp:txXfrm>
        <a:off x="5350581" y="1801373"/>
        <a:ext cx="1203759" cy="583719"/>
      </dsp:txXfrm>
    </dsp:sp>
    <dsp:sp modelId="{FB5A3570-B08A-7F4D-9F40-D6F646F5D27D}">
      <dsp:nvSpPr>
        <dsp:cNvPr id="0" name=""/>
        <dsp:cNvSpPr/>
      </dsp:nvSpPr>
      <dsp:spPr>
        <a:xfrm rot="20976398">
          <a:off x="6556261" y="1904728"/>
          <a:ext cx="1979566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1979566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7496555" y="1865182"/>
        <a:ext cx="98978" cy="98978"/>
      </dsp:txXfrm>
    </dsp:sp>
    <dsp:sp modelId="{329B4990-3DCB-0B41-AE65-1385FBF540C0}">
      <dsp:nvSpPr>
        <dsp:cNvPr id="0" name=""/>
        <dsp:cNvSpPr/>
      </dsp:nvSpPr>
      <dsp:spPr>
        <a:xfrm>
          <a:off x="8519587" y="1426089"/>
          <a:ext cx="1496676" cy="6200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Depression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(3%)</a:t>
          </a:r>
        </a:p>
      </dsp:txBody>
      <dsp:txXfrm>
        <a:off x="8537747" y="1444249"/>
        <a:ext cx="1460356" cy="583719"/>
      </dsp:txXfrm>
    </dsp:sp>
    <dsp:sp modelId="{25EE9E64-36F1-AC49-9054-9C6C54E3993A}">
      <dsp:nvSpPr>
        <dsp:cNvPr id="0" name=""/>
        <dsp:cNvSpPr/>
      </dsp:nvSpPr>
      <dsp:spPr>
        <a:xfrm rot="621547">
          <a:off x="6556369" y="2261251"/>
          <a:ext cx="1979349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1979349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7496560" y="2221710"/>
        <a:ext cx="98967" cy="98967"/>
      </dsp:txXfrm>
    </dsp:sp>
    <dsp:sp modelId="{8FA60B2A-AFF2-F144-931B-543F6C001782}">
      <dsp:nvSpPr>
        <dsp:cNvPr id="0" name=""/>
        <dsp:cNvSpPr/>
      </dsp:nvSpPr>
      <dsp:spPr>
        <a:xfrm>
          <a:off x="8519587" y="2139135"/>
          <a:ext cx="1496676" cy="6200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No Depression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(9%)</a:t>
          </a:r>
        </a:p>
      </dsp:txBody>
      <dsp:txXfrm>
        <a:off x="8537747" y="2157295"/>
        <a:ext cx="1460356" cy="583719"/>
      </dsp:txXfrm>
    </dsp:sp>
    <dsp:sp modelId="{B42D8C23-0A95-6F41-A643-05DCA24DA714}">
      <dsp:nvSpPr>
        <dsp:cNvPr id="0" name=""/>
        <dsp:cNvSpPr/>
      </dsp:nvSpPr>
      <dsp:spPr>
        <a:xfrm>
          <a:off x="1292589" y="3828855"/>
          <a:ext cx="1240079" cy="7483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No Depression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(77%)</a:t>
          </a:r>
        </a:p>
      </dsp:txBody>
      <dsp:txXfrm>
        <a:off x="1314507" y="3850773"/>
        <a:ext cx="1196243" cy="704502"/>
      </dsp:txXfrm>
    </dsp:sp>
    <dsp:sp modelId="{1D53ED84-5BCF-A345-82EA-FC755FFC04E4}">
      <dsp:nvSpPr>
        <dsp:cNvPr id="0" name=""/>
        <dsp:cNvSpPr/>
      </dsp:nvSpPr>
      <dsp:spPr>
        <a:xfrm rot="20776617">
          <a:off x="2491533" y="3851232"/>
          <a:ext cx="2882023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882023" y="994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860494" y="3789124"/>
        <a:ext cx="144101" cy="144101"/>
      </dsp:txXfrm>
    </dsp:sp>
    <dsp:sp modelId="{08FB15AD-8641-2048-90BC-187BB0959AC8}">
      <dsp:nvSpPr>
        <dsp:cNvPr id="0" name=""/>
        <dsp:cNvSpPr/>
      </dsp:nvSpPr>
      <dsp:spPr>
        <a:xfrm>
          <a:off x="5332421" y="3209305"/>
          <a:ext cx="1240079" cy="6200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Depression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(10%)</a:t>
          </a:r>
        </a:p>
      </dsp:txBody>
      <dsp:txXfrm>
        <a:off x="5350581" y="3227465"/>
        <a:ext cx="1203759" cy="583719"/>
      </dsp:txXfrm>
    </dsp:sp>
    <dsp:sp modelId="{C43E5C8D-3C1B-4D4C-B3BC-CCB015EF3C93}">
      <dsp:nvSpPr>
        <dsp:cNvPr id="0" name=""/>
        <dsp:cNvSpPr/>
      </dsp:nvSpPr>
      <dsp:spPr>
        <a:xfrm rot="20976398">
          <a:off x="6556261" y="3330820"/>
          <a:ext cx="1979566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1979566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7496555" y="3291273"/>
        <a:ext cx="98978" cy="98978"/>
      </dsp:txXfrm>
    </dsp:sp>
    <dsp:sp modelId="{B3882E92-45C7-5E4F-875E-0D0594DC9FA3}">
      <dsp:nvSpPr>
        <dsp:cNvPr id="0" name=""/>
        <dsp:cNvSpPr/>
      </dsp:nvSpPr>
      <dsp:spPr>
        <a:xfrm>
          <a:off x="8519587" y="2852181"/>
          <a:ext cx="1496676" cy="6200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Depression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(5%)</a:t>
          </a:r>
        </a:p>
      </dsp:txBody>
      <dsp:txXfrm>
        <a:off x="8537747" y="2870341"/>
        <a:ext cx="1460356" cy="583719"/>
      </dsp:txXfrm>
    </dsp:sp>
    <dsp:sp modelId="{49B99774-E821-324B-ADA8-718775DC50C0}">
      <dsp:nvSpPr>
        <dsp:cNvPr id="0" name=""/>
        <dsp:cNvSpPr/>
      </dsp:nvSpPr>
      <dsp:spPr>
        <a:xfrm rot="621547">
          <a:off x="6556369" y="3687343"/>
          <a:ext cx="1979349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1979349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7496560" y="3647802"/>
        <a:ext cx="98967" cy="98967"/>
      </dsp:txXfrm>
    </dsp:sp>
    <dsp:sp modelId="{CC4BD005-3731-C24A-B67B-0732358B31D6}">
      <dsp:nvSpPr>
        <dsp:cNvPr id="0" name=""/>
        <dsp:cNvSpPr/>
      </dsp:nvSpPr>
      <dsp:spPr>
        <a:xfrm>
          <a:off x="8519587" y="3565226"/>
          <a:ext cx="1496676" cy="6200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No Depression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(5%)</a:t>
          </a:r>
        </a:p>
      </dsp:txBody>
      <dsp:txXfrm>
        <a:off x="8537747" y="3583386"/>
        <a:ext cx="1460356" cy="583719"/>
      </dsp:txXfrm>
    </dsp:sp>
    <dsp:sp modelId="{01807F8B-185B-DA4B-8E22-FEF75220C754}">
      <dsp:nvSpPr>
        <dsp:cNvPr id="0" name=""/>
        <dsp:cNvSpPr/>
      </dsp:nvSpPr>
      <dsp:spPr>
        <a:xfrm rot="891059">
          <a:off x="2484291" y="4564278"/>
          <a:ext cx="2896508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896508" y="994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860132" y="4501807"/>
        <a:ext cx="144825" cy="144825"/>
      </dsp:txXfrm>
    </dsp:sp>
    <dsp:sp modelId="{612D52B8-05F1-2043-9EA1-CC12681D5010}">
      <dsp:nvSpPr>
        <dsp:cNvPr id="0" name=""/>
        <dsp:cNvSpPr/>
      </dsp:nvSpPr>
      <dsp:spPr>
        <a:xfrm>
          <a:off x="5332421" y="4635396"/>
          <a:ext cx="1240079" cy="6200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No Depression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(67%)</a:t>
          </a:r>
        </a:p>
      </dsp:txBody>
      <dsp:txXfrm>
        <a:off x="5350581" y="4653556"/>
        <a:ext cx="1203759" cy="583719"/>
      </dsp:txXfrm>
    </dsp:sp>
    <dsp:sp modelId="{49C088E2-786D-094D-BA22-F9C00DAE26DC}">
      <dsp:nvSpPr>
        <dsp:cNvPr id="0" name=""/>
        <dsp:cNvSpPr/>
      </dsp:nvSpPr>
      <dsp:spPr>
        <a:xfrm rot="20976398">
          <a:off x="6556261" y="4756911"/>
          <a:ext cx="1979566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1979566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7496555" y="4717365"/>
        <a:ext cx="98978" cy="98978"/>
      </dsp:txXfrm>
    </dsp:sp>
    <dsp:sp modelId="{3A1D92EF-0638-7549-95B4-062805C956D2}">
      <dsp:nvSpPr>
        <dsp:cNvPr id="0" name=""/>
        <dsp:cNvSpPr/>
      </dsp:nvSpPr>
      <dsp:spPr>
        <a:xfrm>
          <a:off x="8519587" y="4278272"/>
          <a:ext cx="1496676" cy="6200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Depression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(9%)</a:t>
          </a:r>
        </a:p>
      </dsp:txBody>
      <dsp:txXfrm>
        <a:off x="8537747" y="4296432"/>
        <a:ext cx="1460356" cy="583719"/>
      </dsp:txXfrm>
    </dsp:sp>
    <dsp:sp modelId="{05FAEBF8-D47F-9943-A421-8FBE6B400448}">
      <dsp:nvSpPr>
        <dsp:cNvPr id="0" name=""/>
        <dsp:cNvSpPr/>
      </dsp:nvSpPr>
      <dsp:spPr>
        <a:xfrm rot="621547">
          <a:off x="6556369" y="5113434"/>
          <a:ext cx="1979349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1979349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7496560" y="5073893"/>
        <a:ext cx="98967" cy="98967"/>
      </dsp:txXfrm>
    </dsp:sp>
    <dsp:sp modelId="{018AD1AC-D1FC-A640-9CD9-33D5E86EF636}">
      <dsp:nvSpPr>
        <dsp:cNvPr id="0" name=""/>
        <dsp:cNvSpPr/>
      </dsp:nvSpPr>
      <dsp:spPr>
        <a:xfrm>
          <a:off x="8519587" y="4991318"/>
          <a:ext cx="1496676" cy="6200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No Depression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(58%)</a:t>
          </a:r>
        </a:p>
      </dsp:txBody>
      <dsp:txXfrm>
        <a:off x="8537747" y="5009478"/>
        <a:ext cx="1460356" cy="58371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5FC662-F01F-564C-898F-394F93CB760D}">
      <dsp:nvSpPr>
        <dsp:cNvPr id="0" name=""/>
        <dsp:cNvSpPr/>
      </dsp:nvSpPr>
      <dsp:spPr>
        <a:xfrm>
          <a:off x="230084" y="1193398"/>
          <a:ext cx="1515255" cy="91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Depression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(23%)</a:t>
          </a:r>
        </a:p>
      </dsp:txBody>
      <dsp:txXfrm>
        <a:off x="256866" y="1220180"/>
        <a:ext cx="1461691" cy="860832"/>
      </dsp:txXfrm>
    </dsp:sp>
    <dsp:sp modelId="{4A8F173B-B647-7A41-86BE-25DBD6786A22}">
      <dsp:nvSpPr>
        <dsp:cNvPr id="0" name=""/>
        <dsp:cNvSpPr/>
      </dsp:nvSpPr>
      <dsp:spPr>
        <a:xfrm rot="20776617">
          <a:off x="1695076" y="1222946"/>
          <a:ext cx="3521550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3521550" y="994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367813" y="1144850"/>
        <a:ext cx="176077" cy="176077"/>
      </dsp:txXfrm>
    </dsp:sp>
    <dsp:sp modelId="{896D4C72-30F4-FF48-853D-1049BFE01D2C}">
      <dsp:nvSpPr>
        <dsp:cNvPr id="0" name=""/>
        <dsp:cNvSpPr/>
      </dsp:nvSpPr>
      <dsp:spPr>
        <a:xfrm>
          <a:off x="5166363" y="436368"/>
          <a:ext cx="1515255" cy="7576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Depression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(11%)</a:t>
          </a:r>
        </a:p>
      </dsp:txBody>
      <dsp:txXfrm>
        <a:off x="5188553" y="458558"/>
        <a:ext cx="1470875" cy="713247"/>
      </dsp:txXfrm>
    </dsp:sp>
    <dsp:sp modelId="{DE37681E-BED7-684E-AC4B-8B3792C35BF1}">
      <dsp:nvSpPr>
        <dsp:cNvPr id="0" name=""/>
        <dsp:cNvSpPr/>
      </dsp:nvSpPr>
      <dsp:spPr>
        <a:xfrm rot="20976401">
          <a:off x="6661776" y="587055"/>
          <a:ext cx="2418835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418835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7810723" y="536527"/>
        <a:ext cx="120941" cy="120941"/>
      </dsp:txXfrm>
    </dsp:sp>
    <dsp:sp modelId="{B1C9D90C-1896-AB48-8AE1-1708F95E90D7}">
      <dsp:nvSpPr>
        <dsp:cNvPr id="0" name=""/>
        <dsp:cNvSpPr/>
      </dsp:nvSpPr>
      <dsp:spPr>
        <a:xfrm>
          <a:off x="9060768" y="0"/>
          <a:ext cx="1828792" cy="7576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Depression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(8%)</a:t>
          </a:r>
        </a:p>
      </dsp:txBody>
      <dsp:txXfrm>
        <a:off x="9082958" y="22190"/>
        <a:ext cx="1784412" cy="713247"/>
      </dsp:txXfrm>
    </dsp:sp>
    <dsp:sp modelId="{B0F47049-9A2A-E145-AAB8-864E8AA8D5DA}">
      <dsp:nvSpPr>
        <dsp:cNvPr id="0" name=""/>
        <dsp:cNvSpPr/>
      </dsp:nvSpPr>
      <dsp:spPr>
        <a:xfrm rot="621547">
          <a:off x="6661908" y="1022690"/>
          <a:ext cx="2418571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418571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7810729" y="972168"/>
        <a:ext cx="120928" cy="120928"/>
      </dsp:txXfrm>
    </dsp:sp>
    <dsp:sp modelId="{660C7D95-FDDA-B043-A878-982736C48441}">
      <dsp:nvSpPr>
        <dsp:cNvPr id="0" name=""/>
        <dsp:cNvSpPr/>
      </dsp:nvSpPr>
      <dsp:spPr>
        <a:xfrm>
          <a:off x="9060768" y="871269"/>
          <a:ext cx="1828792" cy="7576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 Depression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(3%)</a:t>
          </a:r>
        </a:p>
      </dsp:txBody>
      <dsp:txXfrm>
        <a:off x="9082958" y="893459"/>
        <a:ext cx="1784412" cy="713247"/>
      </dsp:txXfrm>
    </dsp:sp>
    <dsp:sp modelId="{075242B2-B3A3-8B40-8050-9908343CAEF6}">
      <dsp:nvSpPr>
        <dsp:cNvPr id="0" name=""/>
        <dsp:cNvSpPr/>
      </dsp:nvSpPr>
      <dsp:spPr>
        <a:xfrm rot="891059">
          <a:off x="1686227" y="2094218"/>
          <a:ext cx="3539249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3539249" y="994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367370" y="2015680"/>
        <a:ext cx="176962" cy="176962"/>
      </dsp:txXfrm>
    </dsp:sp>
    <dsp:sp modelId="{4915C9F8-0459-0C47-A384-D827DE26DDB9}">
      <dsp:nvSpPr>
        <dsp:cNvPr id="0" name=""/>
        <dsp:cNvSpPr/>
      </dsp:nvSpPr>
      <dsp:spPr>
        <a:xfrm>
          <a:off x="5166363" y="2178912"/>
          <a:ext cx="1515255" cy="7576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 Depression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(12%)</a:t>
          </a:r>
        </a:p>
      </dsp:txBody>
      <dsp:txXfrm>
        <a:off x="5188553" y="2201102"/>
        <a:ext cx="1470875" cy="713247"/>
      </dsp:txXfrm>
    </dsp:sp>
    <dsp:sp modelId="{FB5A3570-B08A-7F4D-9F40-D6F646F5D27D}">
      <dsp:nvSpPr>
        <dsp:cNvPr id="0" name=""/>
        <dsp:cNvSpPr/>
      </dsp:nvSpPr>
      <dsp:spPr>
        <a:xfrm rot="20976398">
          <a:off x="6661775" y="2329598"/>
          <a:ext cx="2418836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418836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7810723" y="2279070"/>
        <a:ext cx="120941" cy="120941"/>
      </dsp:txXfrm>
    </dsp:sp>
    <dsp:sp modelId="{329B4990-3DCB-0B41-AE65-1385FBF540C0}">
      <dsp:nvSpPr>
        <dsp:cNvPr id="0" name=""/>
        <dsp:cNvSpPr/>
      </dsp:nvSpPr>
      <dsp:spPr>
        <a:xfrm>
          <a:off x="9060768" y="1742541"/>
          <a:ext cx="1828792" cy="7576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Depression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(3%)</a:t>
          </a:r>
        </a:p>
      </dsp:txBody>
      <dsp:txXfrm>
        <a:off x="9082958" y="1764731"/>
        <a:ext cx="1784412" cy="713247"/>
      </dsp:txXfrm>
    </dsp:sp>
    <dsp:sp modelId="{25EE9E64-36F1-AC49-9054-9C6C54E3993A}">
      <dsp:nvSpPr>
        <dsp:cNvPr id="0" name=""/>
        <dsp:cNvSpPr/>
      </dsp:nvSpPr>
      <dsp:spPr>
        <a:xfrm rot="621547">
          <a:off x="6661908" y="2765234"/>
          <a:ext cx="2418571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418571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7810729" y="2714713"/>
        <a:ext cx="120928" cy="120928"/>
      </dsp:txXfrm>
    </dsp:sp>
    <dsp:sp modelId="{8FA60B2A-AFF2-F144-931B-543F6C001782}">
      <dsp:nvSpPr>
        <dsp:cNvPr id="0" name=""/>
        <dsp:cNvSpPr/>
      </dsp:nvSpPr>
      <dsp:spPr>
        <a:xfrm>
          <a:off x="9060768" y="2613814"/>
          <a:ext cx="1828792" cy="7576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 Depression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(9%)</a:t>
          </a:r>
        </a:p>
      </dsp:txBody>
      <dsp:txXfrm>
        <a:off x="9082958" y="2636004"/>
        <a:ext cx="1784412" cy="713247"/>
      </dsp:txXfrm>
    </dsp:sp>
    <dsp:sp modelId="{B42D8C23-0A95-6F41-A643-05DCA24DA714}">
      <dsp:nvSpPr>
        <dsp:cNvPr id="0" name=""/>
        <dsp:cNvSpPr/>
      </dsp:nvSpPr>
      <dsp:spPr>
        <a:xfrm>
          <a:off x="230084" y="4678486"/>
          <a:ext cx="1515255" cy="91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 Depression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(77%)</a:t>
          </a:r>
        </a:p>
      </dsp:txBody>
      <dsp:txXfrm>
        <a:off x="256866" y="4705268"/>
        <a:ext cx="1461691" cy="860832"/>
      </dsp:txXfrm>
    </dsp:sp>
    <dsp:sp modelId="{1D53ED84-5BCF-A345-82EA-FC755FFC04E4}">
      <dsp:nvSpPr>
        <dsp:cNvPr id="0" name=""/>
        <dsp:cNvSpPr/>
      </dsp:nvSpPr>
      <dsp:spPr>
        <a:xfrm rot="20776617">
          <a:off x="1695076" y="4708035"/>
          <a:ext cx="3521550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3521550" y="994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367813" y="4629939"/>
        <a:ext cx="176077" cy="176077"/>
      </dsp:txXfrm>
    </dsp:sp>
    <dsp:sp modelId="{08FB15AD-8641-2048-90BC-187BB0959AC8}">
      <dsp:nvSpPr>
        <dsp:cNvPr id="0" name=""/>
        <dsp:cNvSpPr/>
      </dsp:nvSpPr>
      <dsp:spPr>
        <a:xfrm>
          <a:off x="5166363" y="3921457"/>
          <a:ext cx="1515255" cy="7576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Depression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(10%)</a:t>
          </a:r>
        </a:p>
      </dsp:txBody>
      <dsp:txXfrm>
        <a:off x="5188553" y="3943647"/>
        <a:ext cx="1470875" cy="713247"/>
      </dsp:txXfrm>
    </dsp:sp>
    <dsp:sp modelId="{C43E5C8D-3C1B-4D4C-B3BC-CCB015EF3C93}">
      <dsp:nvSpPr>
        <dsp:cNvPr id="0" name=""/>
        <dsp:cNvSpPr/>
      </dsp:nvSpPr>
      <dsp:spPr>
        <a:xfrm rot="20976398">
          <a:off x="6661775" y="4072143"/>
          <a:ext cx="2418836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418836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7810723" y="4021614"/>
        <a:ext cx="120941" cy="120941"/>
      </dsp:txXfrm>
    </dsp:sp>
    <dsp:sp modelId="{B3882E92-45C7-5E4F-875E-0D0594DC9FA3}">
      <dsp:nvSpPr>
        <dsp:cNvPr id="0" name=""/>
        <dsp:cNvSpPr/>
      </dsp:nvSpPr>
      <dsp:spPr>
        <a:xfrm>
          <a:off x="9060768" y="3485086"/>
          <a:ext cx="1828792" cy="7576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Depression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(5%)</a:t>
          </a:r>
        </a:p>
      </dsp:txBody>
      <dsp:txXfrm>
        <a:off x="9082958" y="3507276"/>
        <a:ext cx="1784412" cy="713247"/>
      </dsp:txXfrm>
    </dsp:sp>
    <dsp:sp modelId="{49B99774-E821-324B-ADA8-718775DC50C0}">
      <dsp:nvSpPr>
        <dsp:cNvPr id="0" name=""/>
        <dsp:cNvSpPr/>
      </dsp:nvSpPr>
      <dsp:spPr>
        <a:xfrm rot="621547">
          <a:off x="6661908" y="4507779"/>
          <a:ext cx="2418571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418571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7810729" y="4457257"/>
        <a:ext cx="120928" cy="120928"/>
      </dsp:txXfrm>
    </dsp:sp>
    <dsp:sp modelId="{CC4BD005-3731-C24A-B67B-0732358B31D6}">
      <dsp:nvSpPr>
        <dsp:cNvPr id="0" name=""/>
        <dsp:cNvSpPr/>
      </dsp:nvSpPr>
      <dsp:spPr>
        <a:xfrm>
          <a:off x="9060768" y="4356358"/>
          <a:ext cx="1828792" cy="7576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 Depression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(5%)</a:t>
          </a:r>
        </a:p>
      </dsp:txBody>
      <dsp:txXfrm>
        <a:off x="9082958" y="4378548"/>
        <a:ext cx="1784412" cy="713247"/>
      </dsp:txXfrm>
    </dsp:sp>
    <dsp:sp modelId="{01807F8B-185B-DA4B-8E22-FEF75220C754}">
      <dsp:nvSpPr>
        <dsp:cNvPr id="0" name=""/>
        <dsp:cNvSpPr/>
      </dsp:nvSpPr>
      <dsp:spPr>
        <a:xfrm rot="891059">
          <a:off x="1686227" y="5579307"/>
          <a:ext cx="3539249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3539249" y="994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367370" y="5500768"/>
        <a:ext cx="176962" cy="176962"/>
      </dsp:txXfrm>
    </dsp:sp>
    <dsp:sp modelId="{612D52B8-05F1-2043-9EA1-CC12681D5010}">
      <dsp:nvSpPr>
        <dsp:cNvPr id="0" name=""/>
        <dsp:cNvSpPr/>
      </dsp:nvSpPr>
      <dsp:spPr>
        <a:xfrm>
          <a:off x="5166363" y="5664001"/>
          <a:ext cx="1515255" cy="7576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 Depression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(67%)</a:t>
          </a:r>
        </a:p>
      </dsp:txBody>
      <dsp:txXfrm>
        <a:off x="5188553" y="5686191"/>
        <a:ext cx="1470875" cy="713247"/>
      </dsp:txXfrm>
    </dsp:sp>
    <dsp:sp modelId="{49C088E2-786D-094D-BA22-F9C00DAE26DC}">
      <dsp:nvSpPr>
        <dsp:cNvPr id="0" name=""/>
        <dsp:cNvSpPr/>
      </dsp:nvSpPr>
      <dsp:spPr>
        <a:xfrm rot="20976398">
          <a:off x="6661775" y="5814687"/>
          <a:ext cx="2418836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418836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7810723" y="5764159"/>
        <a:ext cx="120941" cy="120941"/>
      </dsp:txXfrm>
    </dsp:sp>
    <dsp:sp modelId="{3A1D92EF-0638-7549-95B4-062805C956D2}">
      <dsp:nvSpPr>
        <dsp:cNvPr id="0" name=""/>
        <dsp:cNvSpPr/>
      </dsp:nvSpPr>
      <dsp:spPr>
        <a:xfrm>
          <a:off x="9060768" y="5227630"/>
          <a:ext cx="1828792" cy="7576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Depression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(9%)</a:t>
          </a:r>
        </a:p>
      </dsp:txBody>
      <dsp:txXfrm>
        <a:off x="9082958" y="5249820"/>
        <a:ext cx="1784412" cy="713247"/>
      </dsp:txXfrm>
    </dsp:sp>
    <dsp:sp modelId="{05FAEBF8-D47F-9943-A421-8FBE6B400448}">
      <dsp:nvSpPr>
        <dsp:cNvPr id="0" name=""/>
        <dsp:cNvSpPr/>
      </dsp:nvSpPr>
      <dsp:spPr>
        <a:xfrm rot="621547">
          <a:off x="6661908" y="6250323"/>
          <a:ext cx="2418571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418571" y="99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7810729" y="6199801"/>
        <a:ext cx="120928" cy="120928"/>
      </dsp:txXfrm>
    </dsp:sp>
    <dsp:sp modelId="{018AD1AC-D1FC-A640-9CD9-33D5E86EF636}">
      <dsp:nvSpPr>
        <dsp:cNvPr id="0" name=""/>
        <dsp:cNvSpPr/>
      </dsp:nvSpPr>
      <dsp:spPr>
        <a:xfrm>
          <a:off x="9060768" y="6098902"/>
          <a:ext cx="1828792" cy="7576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 Depression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(58%)</a:t>
          </a:r>
        </a:p>
      </dsp:txBody>
      <dsp:txXfrm>
        <a:off x="9082958" y="6121092"/>
        <a:ext cx="1784412" cy="7132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C0202-8FB6-1C44-86BE-F46016787B8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36C92-CB7D-6C44-B5D1-0EEA3CEB6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604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36C92-CB7D-6C44-B5D1-0EEA3CEB62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226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1B123-6BB5-03CC-C12E-8FB7CC8E9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D539BC-354A-A55C-6243-D9F3649C6E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20913A-C950-315A-7F98-FEA7C2B24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Base: all respondents (n=3,857) </a:t>
            </a:r>
          </a:p>
          <a:p>
            <a:pPr rtl="0" fontAlgn="base"/>
            <a:r>
              <a:rPr lang="en-US" dirty="0"/>
              <a:t>Lefthand totals include people who did not have an intention during late pregnancy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76261-AB10-AD5C-2155-D56E9FA4A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36C92-CB7D-6C44-B5D1-0EEA3CEB62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337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5518F-1F78-980C-CEB9-DDE6866C4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D3057D-ACB3-1F20-3F89-A6A3815E8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7FF516-3FF2-0D75-2D7A-FFEF35C95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Base: all respondents (n=3,857) </a:t>
            </a:r>
          </a:p>
          <a:p>
            <a:pPr rtl="0" fontAlgn="base"/>
            <a:r>
              <a:rPr lang="en-US" dirty="0"/>
              <a:t>Lefthand totals include people who did not have an intention during late pregnancy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C3B83-BA9D-617C-08F2-9E0D8C204F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36C92-CB7D-6C44-B5D1-0EEA3CEB62F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310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Base: Among all respondents (n = 3,857)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Pre-pregnancy is self-report about "anxiety, worry or stress" in 3 months before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pregnancy;pregnancy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GAD-2 asked with reference to pregnancy; postpartum is GAD-2 asked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withreference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"the first 12 weeks after your recent birth" (all when completing questionnaire)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36C92-CB7D-6C44-B5D1-0EEA3CEB62F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97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Among all respondents (n = 3,857)</a:t>
            </a:r>
          </a:p>
          <a:p>
            <a:endParaRPr lang="en-US" dirty="0"/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Pre-pregnancy is self-report about "anxiety, worry or stress" in 3 months before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pregnancy;pregnancy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PHQ-2 asked with reference to pregnancy; postpartum is PHQ-2 asked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withreference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"the first 12 weeks after your recent birth" (all when completing questionnaire)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36C92-CB7D-6C44-B5D1-0EEA3CEB62F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727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083D6-69C5-EA92-ABDA-5ED4AA66B7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23F75-712E-1F2B-48A9-EF047DCB4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853AC-5DA4-874E-9D1F-07733D6E5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37FA-16B6-534A-B681-92E6E050456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1C5CC-ED7B-2E65-2FAF-24FCCD2FA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47BB4-86CC-5685-BC17-B5E2C2A3F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939C-8A9D-C149-985D-E9A1E3F3F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85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AB2B3-B7C4-1E30-0345-D9A92B40E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D5CB0-5E11-58BC-46F0-BC3AB03A7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53C0A-F49D-EF31-24F0-5BD13D291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37FA-16B6-534A-B681-92E6E050456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D847D-5FCA-BD08-6B48-D84A9139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49DEF-ED50-59AD-18BA-62B02553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939C-8A9D-C149-985D-E9A1E3F3F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675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8F9F9-25C1-18A8-F99E-44B5A7512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409B8-964F-2896-38E1-801DF1061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454A4-0776-EEE3-DAD7-DDBC41D76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37FA-16B6-534A-B681-92E6E050456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64E1E-93E5-FC0B-D885-FB8E631EB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35076-5573-E661-3EBF-6B25B2B1A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939C-8A9D-C149-985D-E9A1E3F3F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982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84535-62AA-0AD0-65A4-DF0EF09DC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C76B2-A0EB-B1CA-FC2C-9DFEC10CB6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98D5D9-D4CD-1805-9363-963808739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73E3F-0DF8-9D83-A582-665672F3A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37FA-16B6-534A-B681-92E6E050456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169C80-77E9-8753-22F1-7AF63E749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F0BF8-CBB2-2988-E0EA-0AB36EC68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939C-8A9D-C149-985D-E9A1E3F3F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382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A21AA-1465-733D-2B83-088D3E200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C67F0-D342-B63F-7C29-F096E825D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DC816-7956-DF76-1125-3D2AF655F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A3B3B3-3A19-C530-0704-D12BB5396E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257F8A-9A95-8F60-58BE-78C9D1A5C9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1166EC-E906-44AE-3E36-BB14F624F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37FA-16B6-534A-B681-92E6E050456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94947B-D84A-A5AC-C1D2-D8EBC8BA6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C79356-B6D8-701A-23F4-CE2E44D2B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939C-8A9D-C149-985D-E9A1E3F3F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176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5AF73-EC97-5537-9CBF-26EA17450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D0FFB0-3033-87D0-EAB2-4020B0F16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37FA-16B6-534A-B681-92E6E050456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7DE732-AD8E-7B3E-8B09-E7088257B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0FD6C7-0F26-AE02-18CF-2DE018AEC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939C-8A9D-C149-985D-E9A1E3F3F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984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B5935A-4DDC-8FC3-D5D8-C94506576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37FA-16B6-534A-B681-92E6E050456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E31451-E246-791C-A5BB-EA3E583EA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76509-4A4F-296E-C511-6C2BEB0B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939C-8A9D-C149-985D-E9A1E3F3F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3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0C005-93AE-F0B0-0483-5B9E2F24C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1AFAA-6C8A-ED61-50E4-90B115E36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87AABB-320D-2302-1C24-0091B4CD7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472B4-8A11-9CD1-025E-23DB06A21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37FA-16B6-534A-B681-92E6E050456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6B50D-DF6D-9A96-CD13-558681531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6858C-7712-D983-A58A-0F5710E10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939C-8A9D-C149-985D-E9A1E3F3F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881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9FD94-4555-9B8D-E37B-DD33898DD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F882ED-529B-476A-71DA-CE6A7520C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FFF145-30CF-FBE7-CEE6-A74023FEC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F9DBE5-88E2-BE66-FFD7-BFA22E0F7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37FA-16B6-534A-B681-92E6E050456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9D672-180A-CCE2-941E-02FB36DF5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1962F-1B8C-D5E0-E83B-B4DAAAEB6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939C-8A9D-C149-985D-E9A1E3F3F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782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65C6C-9690-2937-8D49-86F59F045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9CD7F2-FE94-444E-2ABE-6D65E44AE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D1CE8-6CB5-073B-972D-79F37B767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37FA-16B6-534A-B681-92E6E050456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48BC0-96A2-6CC7-164A-68CCE8B87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75303-07B1-BA1E-830C-54D947CA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939C-8A9D-C149-985D-E9A1E3F3F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859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DC554F-8DF9-A4B5-B566-C7F5478A9A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C33968-AF4C-4BC1-B467-7EFA5B8CD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760BC-0D2D-D147-F091-6FA435394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37FA-16B6-534A-B681-92E6E050456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1F3AA-22AB-119E-ADBF-1A9A1C3FC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151D2-93C6-0FF0-DA35-F692DEB92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939C-8A9D-C149-985D-E9A1E3F3F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802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7D4168-877C-84A9-E5D3-BD24F1B81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0FD43-0C35-58B4-E548-51FC66BBC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960AC-D636-40C5-6E01-25CE5C491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5A37FA-16B6-534A-B681-92E6E050456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E9558-14FF-E09C-13C3-B9883BC576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FD8E9-5779-1D68-8F61-378230753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0C939C-8A9D-C149-985D-E9A1E3F3F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18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D3BBF-4B30-AFDB-8244-7C1F5EF82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109D8D4-BB63-9CF1-0330-0588FFB202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4424606"/>
              </p:ext>
            </p:extLst>
          </p:nvPr>
        </p:nvGraphicFramePr>
        <p:xfrm>
          <a:off x="0" y="892098"/>
          <a:ext cx="12192000" cy="5965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DF53EF75-A736-40E8-BFF4-36F29D4B27DF}"/>
              </a:ext>
            </a:extLst>
          </p:cNvPr>
          <p:cNvSpPr/>
          <p:nvPr/>
        </p:nvSpPr>
        <p:spPr>
          <a:xfrm>
            <a:off x="0" y="2073032"/>
            <a:ext cx="7605132" cy="38023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PROVIDER RECOMMENDATIONS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75047F-695E-DBB0-102B-BCF13069297C}"/>
              </a:ext>
            </a:extLst>
          </p:cNvPr>
          <p:cNvSpPr txBox="1"/>
          <p:nvPr/>
        </p:nvSpPr>
        <p:spPr>
          <a:xfrm>
            <a:off x="189570" y="54415"/>
            <a:ext cx="11920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Figure 2.26</a:t>
            </a:r>
            <a:r>
              <a:rPr lang="en-US" dirty="0"/>
              <a:t>​</a:t>
            </a:r>
          </a:p>
          <a:p>
            <a:r>
              <a:rPr lang="en-US" b="1" dirty="0"/>
              <a:t>Title</a:t>
            </a:r>
            <a:r>
              <a:rPr lang="en-US" dirty="0"/>
              <a:t>: Prediction of large baby, provider recommendations, and rates of labor induction and cesarean birth​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1F2F4A-1787-5E6F-0DCB-A747D5C6C2F4}"/>
              </a:ext>
            </a:extLst>
          </p:cNvPr>
          <p:cNvSpPr txBox="1"/>
          <p:nvPr/>
        </p:nvSpPr>
        <p:spPr>
          <a:xfrm>
            <a:off x="0" y="6624319"/>
            <a:ext cx="10735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Among respondents with no prior </a:t>
            </a:r>
            <a:r>
              <a:rPr lang="en-US" sz="1200"/>
              <a:t>cesarean who </a:t>
            </a:r>
            <a:r>
              <a:rPr lang="en-US" sz="1200" dirty="0"/>
              <a:t>gave birth at term (37 – 41 weeks) (N = 2,628)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24427A-D8D2-46B8-32F4-22AB004CCEF3}"/>
              </a:ext>
            </a:extLst>
          </p:cNvPr>
          <p:cNvSpPr/>
          <p:nvPr/>
        </p:nvSpPr>
        <p:spPr>
          <a:xfrm>
            <a:off x="6021658" y="5363736"/>
            <a:ext cx="118946" cy="2676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DBD12B-03C6-7226-0C3F-158449A677BF}"/>
              </a:ext>
            </a:extLst>
          </p:cNvPr>
          <p:cNvSpPr/>
          <p:nvPr/>
        </p:nvSpPr>
        <p:spPr>
          <a:xfrm>
            <a:off x="5538438" y="4265731"/>
            <a:ext cx="92928" cy="482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63235F-75E0-BC89-7C55-6087D238DC82}"/>
              </a:ext>
            </a:extLst>
          </p:cNvPr>
          <p:cNvSpPr/>
          <p:nvPr/>
        </p:nvSpPr>
        <p:spPr>
          <a:xfrm>
            <a:off x="5319132" y="3848470"/>
            <a:ext cx="702526" cy="1090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5DB4F-CAB2-135A-D593-FA404DD8F4EF}"/>
              </a:ext>
            </a:extLst>
          </p:cNvPr>
          <p:cNvCxnSpPr/>
          <p:nvPr/>
        </p:nvCxnSpPr>
        <p:spPr>
          <a:xfrm>
            <a:off x="6456556" y="3813715"/>
            <a:ext cx="0" cy="892098"/>
          </a:xfrm>
          <a:prstGeom prst="line">
            <a:avLst/>
          </a:prstGeom>
          <a:ln>
            <a:solidFill>
              <a:srgbClr val="1056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E62621-BEF6-5125-B809-3A441DED11D8}"/>
              </a:ext>
            </a:extLst>
          </p:cNvPr>
          <p:cNvCxnSpPr>
            <a:cxnSpLocks/>
          </p:cNvCxnSpPr>
          <p:nvPr/>
        </p:nvCxnSpPr>
        <p:spPr>
          <a:xfrm>
            <a:off x="5713143" y="4705813"/>
            <a:ext cx="743413" cy="0"/>
          </a:xfrm>
          <a:prstGeom prst="line">
            <a:avLst/>
          </a:prstGeom>
          <a:ln>
            <a:solidFill>
              <a:srgbClr val="1056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417A49F-F404-20DA-F130-8295EFE6462D}"/>
              </a:ext>
            </a:extLst>
          </p:cNvPr>
          <p:cNvCxnSpPr>
            <a:cxnSpLocks/>
          </p:cNvCxnSpPr>
          <p:nvPr/>
        </p:nvCxnSpPr>
        <p:spPr>
          <a:xfrm>
            <a:off x="6456556" y="4705813"/>
            <a:ext cx="743413" cy="0"/>
          </a:xfrm>
          <a:prstGeom prst="line">
            <a:avLst/>
          </a:prstGeom>
          <a:ln>
            <a:solidFill>
              <a:srgbClr val="1056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1EECB31-C5C9-E44C-1811-969C940DBA6C}"/>
              </a:ext>
            </a:extLst>
          </p:cNvPr>
          <p:cNvCxnSpPr>
            <a:cxnSpLocks/>
          </p:cNvCxnSpPr>
          <p:nvPr/>
        </p:nvCxnSpPr>
        <p:spPr>
          <a:xfrm flipV="1">
            <a:off x="7199969" y="4705813"/>
            <a:ext cx="0" cy="205594"/>
          </a:xfrm>
          <a:prstGeom prst="line">
            <a:avLst/>
          </a:prstGeom>
          <a:ln>
            <a:solidFill>
              <a:srgbClr val="1056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339BFC-84C2-F45E-4C52-FDD1FE0534FC}"/>
              </a:ext>
            </a:extLst>
          </p:cNvPr>
          <p:cNvCxnSpPr>
            <a:cxnSpLocks/>
          </p:cNvCxnSpPr>
          <p:nvPr/>
        </p:nvCxnSpPr>
        <p:spPr>
          <a:xfrm>
            <a:off x="5713143" y="4705813"/>
            <a:ext cx="0" cy="205594"/>
          </a:xfrm>
          <a:prstGeom prst="line">
            <a:avLst/>
          </a:prstGeom>
          <a:ln>
            <a:solidFill>
              <a:srgbClr val="1056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28D9AEF-8826-178F-7EA0-800849DBFB5F}"/>
              </a:ext>
            </a:extLst>
          </p:cNvPr>
          <p:cNvSpPr/>
          <p:nvPr/>
        </p:nvSpPr>
        <p:spPr>
          <a:xfrm>
            <a:off x="2141037" y="3847560"/>
            <a:ext cx="1092817" cy="1090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8079149-A0BF-88F8-519E-1E1F04334B71}"/>
              </a:ext>
            </a:extLst>
          </p:cNvPr>
          <p:cNvCxnSpPr>
            <a:cxnSpLocks/>
          </p:cNvCxnSpPr>
          <p:nvPr/>
        </p:nvCxnSpPr>
        <p:spPr>
          <a:xfrm>
            <a:off x="3586975" y="3847560"/>
            <a:ext cx="0" cy="1090226"/>
          </a:xfrm>
          <a:prstGeom prst="line">
            <a:avLst/>
          </a:prstGeom>
          <a:ln>
            <a:solidFill>
              <a:srgbClr val="1056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BB5A8B8-7876-74FF-B779-7F81BD9973C9}"/>
              </a:ext>
            </a:extLst>
          </p:cNvPr>
          <p:cNvSpPr/>
          <p:nvPr/>
        </p:nvSpPr>
        <p:spPr>
          <a:xfrm>
            <a:off x="0" y="3847560"/>
            <a:ext cx="1092817" cy="1090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6CBD24A-5C07-2852-8619-9DCFC7042AB8}"/>
              </a:ext>
            </a:extLst>
          </p:cNvPr>
          <p:cNvCxnSpPr>
            <a:cxnSpLocks/>
          </p:cNvCxnSpPr>
          <p:nvPr/>
        </p:nvCxnSpPr>
        <p:spPr>
          <a:xfrm>
            <a:off x="951570" y="3847560"/>
            <a:ext cx="0" cy="1090226"/>
          </a:xfrm>
          <a:prstGeom prst="line">
            <a:avLst/>
          </a:prstGeom>
          <a:ln>
            <a:solidFill>
              <a:srgbClr val="1056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C134629-5EC0-D9D8-C28D-AF0ABCFCEE07}"/>
              </a:ext>
            </a:extLst>
          </p:cNvPr>
          <p:cNvSpPr/>
          <p:nvPr/>
        </p:nvSpPr>
        <p:spPr>
          <a:xfrm>
            <a:off x="0" y="4161997"/>
            <a:ext cx="12192000" cy="3802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148911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19B1C-DE40-928F-0F51-ACCC484B1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F45FCC6-FFDA-4A5C-ED04-8D88420914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8809883"/>
              </p:ext>
            </p:extLst>
          </p:nvPr>
        </p:nvGraphicFramePr>
        <p:xfrm>
          <a:off x="3307080" y="642074"/>
          <a:ext cx="8884920" cy="6215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E6E486F-2968-AE3F-98AC-0A8947EB5A5C}"/>
              </a:ext>
            </a:extLst>
          </p:cNvPr>
          <p:cNvSpPr/>
          <p:nvPr/>
        </p:nvSpPr>
        <p:spPr>
          <a:xfrm>
            <a:off x="0" y="2483625"/>
            <a:ext cx="3284779" cy="640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Reported feeding at 1 week</a:t>
            </a:r>
          </a:p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Total exclusive: 60%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6B847B-A6B5-A578-1ECA-FEB11C6F797D}"/>
              </a:ext>
            </a:extLst>
          </p:cNvPr>
          <p:cNvSpPr/>
          <p:nvPr/>
        </p:nvSpPr>
        <p:spPr>
          <a:xfrm>
            <a:off x="22302" y="4407962"/>
            <a:ext cx="3962686" cy="640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Reported feeding through 3 months</a:t>
            </a:r>
          </a:p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Total exclusive: 48%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A62D8B-F047-1F2C-0AB1-6CCF5465B86A}"/>
              </a:ext>
            </a:extLst>
          </p:cNvPr>
          <p:cNvSpPr/>
          <p:nvPr/>
        </p:nvSpPr>
        <p:spPr>
          <a:xfrm>
            <a:off x="11150" y="974284"/>
            <a:ext cx="3284779" cy="640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Late pregnancy intention</a:t>
            </a:r>
          </a:p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Total exclusive: 62%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4309D-8F1C-DA93-ABC5-91EE3BB09A32}"/>
              </a:ext>
            </a:extLst>
          </p:cNvPr>
          <p:cNvSpPr/>
          <p:nvPr/>
        </p:nvSpPr>
        <p:spPr>
          <a:xfrm>
            <a:off x="11151" y="6084056"/>
            <a:ext cx="3962687" cy="640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Reported feeding through 6 months</a:t>
            </a:r>
          </a:p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Total exclusive: 35%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7DE3FC-1D17-71D7-F961-C0D910FE03BD}"/>
              </a:ext>
            </a:extLst>
          </p:cNvPr>
          <p:cNvSpPr txBox="1"/>
          <p:nvPr/>
        </p:nvSpPr>
        <p:spPr>
          <a:xfrm>
            <a:off x="0" y="-4256"/>
            <a:ext cx="39626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b="1" dirty="0"/>
              <a:t>Figure 5.6​</a:t>
            </a:r>
          </a:p>
          <a:p>
            <a:pPr fontAlgn="base"/>
            <a:r>
              <a:rPr lang="en-US" dirty="0"/>
              <a:t>Exclusive breastmilk feeding over time</a:t>
            </a:r>
          </a:p>
        </p:txBody>
      </p:sp>
    </p:spTree>
    <p:extLst>
      <p:ext uri="{BB962C8B-B14F-4D97-AF65-F5344CB8AC3E}">
        <p14:creationId xmlns:p14="http://schemas.microsoft.com/office/powerpoint/2010/main" val="1857068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08569-3D9D-FB98-9500-FBC9DD6A2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D7C6FE8-16A4-3CCA-6393-55F1DC3B52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8747121"/>
              </p:ext>
            </p:extLst>
          </p:nvPr>
        </p:nvGraphicFramePr>
        <p:xfrm>
          <a:off x="3893126" y="642074"/>
          <a:ext cx="8298873" cy="6215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1D56BD4-FB9B-EFC5-49A9-9C3C4048F340}"/>
              </a:ext>
            </a:extLst>
          </p:cNvPr>
          <p:cNvSpPr/>
          <p:nvPr/>
        </p:nvSpPr>
        <p:spPr>
          <a:xfrm>
            <a:off x="22301" y="2758967"/>
            <a:ext cx="3579881" cy="640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Reported feeding at 1 week</a:t>
            </a:r>
          </a:p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Total any: 82%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F59DCB-E763-7A33-E9E7-7745FAE7288D}"/>
              </a:ext>
            </a:extLst>
          </p:cNvPr>
          <p:cNvSpPr/>
          <p:nvPr/>
        </p:nvSpPr>
        <p:spPr>
          <a:xfrm>
            <a:off x="0" y="4260021"/>
            <a:ext cx="4272454" cy="640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Reported feeding through 3 months</a:t>
            </a:r>
          </a:p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Total any: 70%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C8F52B-AFAB-520C-3331-B49A9F4E4717}"/>
              </a:ext>
            </a:extLst>
          </p:cNvPr>
          <p:cNvSpPr/>
          <p:nvPr/>
        </p:nvSpPr>
        <p:spPr>
          <a:xfrm>
            <a:off x="22301" y="1084090"/>
            <a:ext cx="3579881" cy="640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Late pregnancy intention</a:t>
            </a:r>
          </a:p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Total any: 84%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FC3659-94E7-BE5B-AF26-46EA0FF442DD}"/>
              </a:ext>
            </a:extLst>
          </p:cNvPr>
          <p:cNvSpPr/>
          <p:nvPr/>
        </p:nvSpPr>
        <p:spPr>
          <a:xfrm>
            <a:off x="-1" y="5797157"/>
            <a:ext cx="4272455" cy="640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Reported feeding through 6 months</a:t>
            </a:r>
          </a:p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Total any: 61%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BD56AF-65CC-358B-1694-3764A458348C}"/>
              </a:ext>
            </a:extLst>
          </p:cNvPr>
          <p:cNvSpPr txBox="1"/>
          <p:nvPr/>
        </p:nvSpPr>
        <p:spPr>
          <a:xfrm>
            <a:off x="0" y="-4256"/>
            <a:ext cx="34016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b="1" dirty="0"/>
              <a:t>Figure 5.7​</a:t>
            </a:r>
          </a:p>
          <a:p>
            <a:pPr fontAlgn="base"/>
            <a:r>
              <a:rPr lang="en-US" dirty="0"/>
              <a:t>Any breastmilk feeding over time</a:t>
            </a:r>
          </a:p>
        </p:txBody>
      </p:sp>
    </p:spTree>
    <p:extLst>
      <p:ext uri="{BB962C8B-B14F-4D97-AF65-F5344CB8AC3E}">
        <p14:creationId xmlns:p14="http://schemas.microsoft.com/office/powerpoint/2010/main" val="1081291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4AF0F-002C-DF18-BACC-EDA7574BC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10190AF-B861-5B54-FFA6-A7F215FD2C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1280543"/>
              </p:ext>
            </p:extLst>
          </p:nvPr>
        </p:nvGraphicFramePr>
        <p:xfrm>
          <a:off x="0" y="1129657"/>
          <a:ext cx="12161520" cy="5728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BF729A9-F51E-A80B-5247-E86C486B3588}"/>
              </a:ext>
            </a:extLst>
          </p:cNvPr>
          <p:cNvSpPr txBox="1"/>
          <p:nvPr/>
        </p:nvSpPr>
        <p:spPr>
          <a:xfrm>
            <a:off x="0" y="0"/>
            <a:ext cx="4028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5.12 Trends in Anxiety Over 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300ADE-AFBF-08AB-3D5D-F629CFB352D5}"/>
              </a:ext>
            </a:extLst>
          </p:cNvPr>
          <p:cNvSpPr txBox="1"/>
          <p:nvPr/>
        </p:nvSpPr>
        <p:spPr>
          <a:xfrm>
            <a:off x="942253" y="485115"/>
            <a:ext cx="16294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Pre-pregnancy</a:t>
            </a:r>
          </a:p>
          <a:p>
            <a:pPr algn="ctr"/>
            <a:r>
              <a:rPr lang="en-US" dirty="0"/>
              <a:t>43%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C31923-EB8C-E9CD-397D-5DF6AF25FE5D}"/>
              </a:ext>
            </a:extLst>
          </p:cNvPr>
          <p:cNvSpPr txBox="1"/>
          <p:nvPr/>
        </p:nvSpPr>
        <p:spPr>
          <a:xfrm>
            <a:off x="5298211" y="483326"/>
            <a:ext cx="12254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Pregnancy</a:t>
            </a:r>
          </a:p>
          <a:p>
            <a:pPr algn="ctr"/>
            <a:r>
              <a:rPr lang="en-US" dirty="0"/>
              <a:t>35%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232BA4-7C67-7516-D8A5-B9CBF198C135}"/>
              </a:ext>
            </a:extLst>
          </p:cNvPr>
          <p:cNvSpPr txBox="1"/>
          <p:nvPr/>
        </p:nvSpPr>
        <p:spPr>
          <a:xfrm>
            <a:off x="8797384" y="483326"/>
            <a:ext cx="1352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Postpartum</a:t>
            </a:r>
          </a:p>
          <a:p>
            <a:pPr algn="ctr"/>
            <a:r>
              <a:rPr lang="en-US" dirty="0"/>
              <a:t>35%</a:t>
            </a:r>
          </a:p>
        </p:txBody>
      </p:sp>
    </p:spTree>
    <p:extLst>
      <p:ext uri="{BB962C8B-B14F-4D97-AF65-F5344CB8AC3E}">
        <p14:creationId xmlns:p14="http://schemas.microsoft.com/office/powerpoint/2010/main" val="848051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ECF1430-F28D-29A8-D9D0-57B5A99DE5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2474412"/>
              </p:ext>
            </p:extLst>
          </p:nvPr>
        </p:nvGraphicFramePr>
        <p:xfrm>
          <a:off x="0" y="0"/>
          <a:ext cx="12161520" cy="6858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8402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4A65CF5-F805-B1B8-3AEE-8EC73C7F43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0069979"/>
              </p:ext>
            </p:extLst>
          </p:nvPr>
        </p:nvGraphicFramePr>
        <p:xfrm>
          <a:off x="0" y="1245439"/>
          <a:ext cx="12161520" cy="56125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54F7911-342A-F531-4626-DB12930130BE}"/>
              </a:ext>
            </a:extLst>
          </p:cNvPr>
          <p:cNvSpPr txBox="1"/>
          <p:nvPr/>
        </p:nvSpPr>
        <p:spPr>
          <a:xfrm>
            <a:off x="0" y="0"/>
            <a:ext cx="4445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5.13 Trends in Depression Over 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147788-1F60-42C1-1FA8-A2720D2157D7}"/>
              </a:ext>
            </a:extLst>
          </p:cNvPr>
          <p:cNvSpPr txBox="1"/>
          <p:nvPr/>
        </p:nvSpPr>
        <p:spPr>
          <a:xfrm>
            <a:off x="942253" y="485115"/>
            <a:ext cx="16294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Pre-pregnancy</a:t>
            </a:r>
          </a:p>
          <a:p>
            <a:pPr algn="ctr"/>
            <a:r>
              <a:rPr lang="en-US" dirty="0"/>
              <a:t>23%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7E9BC1-7CE0-0971-6EE4-39C749783431}"/>
              </a:ext>
            </a:extLst>
          </p:cNvPr>
          <p:cNvSpPr txBox="1"/>
          <p:nvPr/>
        </p:nvSpPr>
        <p:spPr>
          <a:xfrm>
            <a:off x="5298211" y="483326"/>
            <a:ext cx="12254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Pregnancy</a:t>
            </a:r>
          </a:p>
          <a:p>
            <a:pPr algn="ctr"/>
            <a:r>
              <a:rPr lang="en-US" dirty="0"/>
              <a:t>21%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804FD0-925E-D323-BD66-2EEEDF495FF3}"/>
              </a:ext>
            </a:extLst>
          </p:cNvPr>
          <p:cNvSpPr txBox="1"/>
          <p:nvPr/>
        </p:nvSpPr>
        <p:spPr>
          <a:xfrm>
            <a:off x="8797384" y="483326"/>
            <a:ext cx="1352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Postpartum</a:t>
            </a:r>
          </a:p>
          <a:p>
            <a:pPr algn="ctr"/>
            <a:r>
              <a:rPr lang="en-US" dirty="0"/>
              <a:t>24%</a:t>
            </a:r>
          </a:p>
        </p:txBody>
      </p:sp>
    </p:spTree>
    <p:extLst>
      <p:ext uri="{BB962C8B-B14F-4D97-AF65-F5344CB8AC3E}">
        <p14:creationId xmlns:p14="http://schemas.microsoft.com/office/powerpoint/2010/main" val="1779194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3CD7B-607A-00B1-B780-6A0B90661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CA4F6B3-D148-2F6D-4498-41FAF9B82D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4318569"/>
              </p:ext>
            </p:extLst>
          </p:nvPr>
        </p:nvGraphicFramePr>
        <p:xfrm>
          <a:off x="0" y="1"/>
          <a:ext cx="12161520" cy="68579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670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11600</TotalTime>
  <Words>748</Words>
  <Application>Microsoft Macintosh PowerPoint</Application>
  <PresentationFormat>Widescreen</PresentationFormat>
  <Paragraphs>215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Barnard-Mayers, Ruby</dc:creator>
  <cp:lastModifiedBy>Barnard-Mayers, Ruby</cp:lastModifiedBy>
  <cp:revision>50</cp:revision>
  <dcterms:created xsi:type="dcterms:W3CDTF">2026-02-08T13:00:56Z</dcterms:created>
  <dcterms:modified xsi:type="dcterms:W3CDTF">2026-04-14T20:28:06Z</dcterms:modified>
</cp:coreProperties>
</file>